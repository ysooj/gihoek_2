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0BE1CF-01F7-411C-8E1A-2081DB256CCD}" v="35" dt="2026-03-11T06:46:38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3-11T06:47:22.300" v="555" actId="27636"/>
      <pc:docMkLst>
        <pc:docMk/>
      </pc:docMkLst>
      <pc:sldChg chg="new del">
        <pc:chgData name="musukie52@gmail.com" userId="017bd91f96aa8751" providerId="LiveId" clId="{5B2C3894-F97E-4CAB-8812-5BB4D83AAC6A}" dt="2026-03-11T05:21:32.903" v="34" actId="47"/>
        <pc:sldMkLst>
          <pc:docMk/>
          <pc:sldMk cId="3371968047" sldId="256"/>
        </pc:sldMkLst>
      </pc:sldChg>
      <pc:sldChg chg="modSp new mod">
        <pc:chgData name="musukie52@gmail.com" userId="017bd91f96aa8751" providerId="LiveId" clId="{5B2C3894-F97E-4CAB-8812-5BB4D83AAC6A}" dt="2026-03-11T05:21:44.414" v="84" actId="20577"/>
        <pc:sldMkLst>
          <pc:docMk/>
          <pc:sldMk cId="3890919681" sldId="257"/>
        </pc:sldMkLst>
        <pc:spChg chg="mod">
          <ac:chgData name="musukie52@gmail.com" userId="017bd91f96aa8751" providerId="LiveId" clId="{5B2C3894-F97E-4CAB-8812-5BB4D83AAC6A}" dt="2026-03-11T05:21:39.159" v="66" actId="20577"/>
          <ac:spMkLst>
            <pc:docMk/>
            <pc:sldMk cId="3890919681" sldId="257"/>
            <ac:spMk id="2" creationId="{89887BF7-394E-6FA2-1D9A-B5F269E7AFCF}"/>
          </ac:spMkLst>
        </pc:spChg>
        <pc:spChg chg="mod">
          <ac:chgData name="musukie52@gmail.com" userId="017bd91f96aa8751" providerId="LiveId" clId="{5B2C3894-F97E-4CAB-8812-5BB4D83AAC6A}" dt="2026-03-11T05:21:44.414" v="84" actId="20577"/>
          <ac:spMkLst>
            <pc:docMk/>
            <pc:sldMk cId="3890919681" sldId="257"/>
            <ac:spMk id="3" creationId="{1604CA1C-CBB0-E06C-4B8C-9B9A3A692E79}"/>
          </ac:spMkLst>
        </pc:spChg>
      </pc:sldChg>
      <pc:sldChg chg="modSp new mod">
        <pc:chgData name="musukie52@gmail.com" userId="017bd91f96aa8751" providerId="LiveId" clId="{5B2C3894-F97E-4CAB-8812-5BB4D83AAC6A}" dt="2026-03-11T06:04:26.018" v="323" actId="27636"/>
        <pc:sldMkLst>
          <pc:docMk/>
          <pc:sldMk cId="3396550677" sldId="258"/>
        </pc:sldMkLst>
        <pc:spChg chg="mod">
          <ac:chgData name="musukie52@gmail.com" userId="017bd91f96aa8751" providerId="LiveId" clId="{5B2C3894-F97E-4CAB-8812-5BB4D83AAC6A}" dt="2026-03-11T05:55:27.437" v="277"/>
          <ac:spMkLst>
            <pc:docMk/>
            <pc:sldMk cId="3396550677" sldId="258"/>
            <ac:spMk id="2" creationId="{9C8F62DE-131B-9E9E-58BD-1CFEBF8645F4}"/>
          </ac:spMkLst>
        </pc:spChg>
        <pc:spChg chg="mod">
          <ac:chgData name="musukie52@gmail.com" userId="017bd91f96aa8751" providerId="LiveId" clId="{5B2C3894-F97E-4CAB-8812-5BB4D83AAC6A}" dt="2026-03-11T06:04:26.018" v="323" actId="27636"/>
          <ac:spMkLst>
            <pc:docMk/>
            <pc:sldMk cId="3396550677" sldId="258"/>
            <ac:spMk id="3" creationId="{4B863963-7EEB-FC51-1C6D-8C15A8573A0F}"/>
          </ac:spMkLst>
        </pc:spChg>
      </pc:sldChg>
      <pc:sldChg chg="modSp new mod">
        <pc:chgData name="musukie52@gmail.com" userId="017bd91f96aa8751" providerId="LiveId" clId="{5B2C3894-F97E-4CAB-8812-5BB4D83AAC6A}" dt="2026-03-11T05:53:35.130" v="161" actId="20577"/>
        <pc:sldMkLst>
          <pc:docMk/>
          <pc:sldMk cId="2441251051" sldId="259"/>
        </pc:sldMkLst>
        <pc:spChg chg="mod">
          <ac:chgData name="musukie52@gmail.com" userId="017bd91f96aa8751" providerId="LiveId" clId="{5B2C3894-F97E-4CAB-8812-5BB4D83AAC6A}" dt="2026-03-11T05:53:35.130" v="161" actId="20577"/>
          <ac:spMkLst>
            <pc:docMk/>
            <pc:sldMk cId="2441251051" sldId="259"/>
            <ac:spMk id="2" creationId="{E76958F5-FC62-7452-CE56-67ACF2DAA898}"/>
          </ac:spMkLst>
        </pc:spChg>
        <pc:spChg chg="mod">
          <ac:chgData name="musukie52@gmail.com" userId="017bd91f96aa8751" providerId="LiveId" clId="{5B2C3894-F97E-4CAB-8812-5BB4D83AAC6A}" dt="2026-03-11T05:53:32.427" v="159" actId="27636"/>
          <ac:spMkLst>
            <pc:docMk/>
            <pc:sldMk cId="2441251051" sldId="259"/>
            <ac:spMk id="3" creationId="{8D357437-00BD-7F4C-3A96-B5CC5FE5FC0F}"/>
          </ac:spMkLst>
        </pc:spChg>
      </pc:sldChg>
      <pc:sldChg chg="modSp new mod">
        <pc:chgData name="musukie52@gmail.com" userId="017bd91f96aa8751" providerId="LiveId" clId="{5B2C3894-F97E-4CAB-8812-5BB4D83AAC6A}" dt="2026-03-11T05:55:06.500" v="262" actId="27636"/>
        <pc:sldMkLst>
          <pc:docMk/>
          <pc:sldMk cId="4071016271" sldId="260"/>
        </pc:sldMkLst>
        <pc:spChg chg="mod">
          <ac:chgData name="musukie52@gmail.com" userId="017bd91f96aa8751" providerId="LiveId" clId="{5B2C3894-F97E-4CAB-8812-5BB4D83AAC6A}" dt="2026-03-11T05:53:42.715" v="174"/>
          <ac:spMkLst>
            <pc:docMk/>
            <pc:sldMk cId="4071016271" sldId="260"/>
            <ac:spMk id="2" creationId="{30DBE03E-70E2-5219-56A1-3322FA394B3C}"/>
          </ac:spMkLst>
        </pc:spChg>
        <pc:spChg chg="mod">
          <ac:chgData name="musukie52@gmail.com" userId="017bd91f96aa8751" providerId="LiveId" clId="{5B2C3894-F97E-4CAB-8812-5BB4D83AAC6A}" dt="2026-03-11T05:55:06.500" v="262" actId="27636"/>
          <ac:spMkLst>
            <pc:docMk/>
            <pc:sldMk cId="4071016271" sldId="260"/>
            <ac:spMk id="3" creationId="{2A0788D8-3CAD-530A-FC0F-8FC6667475F2}"/>
          </ac:spMkLst>
        </pc:spChg>
      </pc:sldChg>
      <pc:sldChg chg="modSp new mod">
        <pc:chgData name="musukie52@gmail.com" userId="017bd91f96aa8751" providerId="LiveId" clId="{5B2C3894-F97E-4CAB-8812-5BB4D83AAC6A}" dt="2026-03-11T06:28:29.222" v="364" actId="20577"/>
        <pc:sldMkLst>
          <pc:docMk/>
          <pc:sldMk cId="97506923" sldId="261"/>
        </pc:sldMkLst>
        <pc:spChg chg="mod">
          <ac:chgData name="musukie52@gmail.com" userId="017bd91f96aa8751" providerId="LiveId" clId="{5B2C3894-F97E-4CAB-8812-5BB4D83AAC6A}" dt="2026-03-11T06:27:53.307" v="350"/>
          <ac:spMkLst>
            <pc:docMk/>
            <pc:sldMk cId="97506923" sldId="261"/>
            <ac:spMk id="2" creationId="{E5400790-2D18-3F97-CB90-9FFC49671996}"/>
          </ac:spMkLst>
        </pc:spChg>
        <pc:spChg chg="mod">
          <ac:chgData name="musukie52@gmail.com" userId="017bd91f96aa8751" providerId="LiveId" clId="{5B2C3894-F97E-4CAB-8812-5BB4D83AAC6A}" dt="2026-03-11T06:28:29.222" v="364" actId="20577"/>
          <ac:spMkLst>
            <pc:docMk/>
            <pc:sldMk cId="97506923" sldId="261"/>
            <ac:spMk id="3" creationId="{6D266151-A4AF-B633-D67A-016ACDC1A869}"/>
          </ac:spMkLst>
        </pc:spChg>
      </pc:sldChg>
      <pc:sldChg chg="modSp new mod">
        <pc:chgData name="musukie52@gmail.com" userId="017bd91f96aa8751" providerId="LiveId" clId="{5B2C3894-F97E-4CAB-8812-5BB4D83AAC6A}" dt="2026-03-11T06:39:33.857" v="499" actId="27636"/>
        <pc:sldMkLst>
          <pc:docMk/>
          <pc:sldMk cId="3176355865" sldId="262"/>
        </pc:sldMkLst>
        <pc:spChg chg="mod">
          <ac:chgData name="musukie52@gmail.com" userId="017bd91f96aa8751" providerId="LiveId" clId="{5B2C3894-F97E-4CAB-8812-5BB4D83AAC6A}" dt="2026-03-11T06:33:43" v="375"/>
          <ac:spMkLst>
            <pc:docMk/>
            <pc:sldMk cId="3176355865" sldId="262"/>
            <ac:spMk id="2" creationId="{BCA8001E-0575-84F1-5980-76345C213CC1}"/>
          </ac:spMkLst>
        </pc:spChg>
        <pc:spChg chg="mod">
          <ac:chgData name="musukie52@gmail.com" userId="017bd91f96aa8751" providerId="LiveId" clId="{5B2C3894-F97E-4CAB-8812-5BB4D83AAC6A}" dt="2026-03-11T06:39:33.857" v="499" actId="27636"/>
          <ac:spMkLst>
            <pc:docMk/>
            <pc:sldMk cId="3176355865" sldId="262"/>
            <ac:spMk id="3" creationId="{5FBC139E-528A-93FA-A02A-97A0E384EFA3}"/>
          </ac:spMkLst>
        </pc:spChg>
      </pc:sldChg>
      <pc:sldChg chg="modSp new mod">
        <pc:chgData name="musukie52@gmail.com" userId="017bd91f96aa8751" providerId="LiveId" clId="{5B2C3894-F97E-4CAB-8812-5BB4D83AAC6A}" dt="2026-03-11T06:47:22.300" v="555" actId="27636"/>
        <pc:sldMkLst>
          <pc:docMk/>
          <pc:sldMk cId="963612808" sldId="263"/>
        </pc:sldMkLst>
        <pc:spChg chg="mod">
          <ac:chgData name="musukie52@gmail.com" userId="017bd91f96aa8751" providerId="LiveId" clId="{5B2C3894-F97E-4CAB-8812-5BB4D83AAC6A}" dt="2026-03-11T06:46:29.957" v="520"/>
          <ac:spMkLst>
            <pc:docMk/>
            <pc:sldMk cId="963612808" sldId="263"/>
            <ac:spMk id="2" creationId="{A008088C-E762-CA9C-48F1-32AC9873328B}"/>
          </ac:spMkLst>
        </pc:spChg>
        <pc:spChg chg="mod">
          <ac:chgData name="musukie52@gmail.com" userId="017bd91f96aa8751" providerId="LiveId" clId="{5B2C3894-F97E-4CAB-8812-5BB4D83AAC6A}" dt="2026-03-11T06:47:22.300" v="555" actId="27636"/>
          <ac:spMkLst>
            <pc:docMk/>
            <pc:sldMk cId="963612808" sldId="263"/>
            <ac:spMk id="3" creationId="{A13388CC-995A-52C1-4FE9-B44A68F541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54EF4-E90F-DB7D-80C9-7D3E12063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FD6B47-F7BB-8320-BDC2-A7541C2A1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EA3F3B-8DF8-256D-5A44-230E2549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3BE48D-C687-3B90-F080-66CA6858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C0238-3E9F-5057-2DFC-AAF49380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7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580CB-4DE2-3980-11E9-9F6BACFE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F9DD0A-FFAD-77F6-78A0-0A0B4EE9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B72AB6-285B-C1B7-B21B-8E433CCB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B84335-1664-55E4-0783-94A2F475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1128D0-8122-912F-BC96-45FF4024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50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FD4D8-768F-6B8E-DF4A-93CF7279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A72086-DB7A-5716-5248-CA2AC701F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D8FC5-8980-DED3-25BC-728583FA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5928C-4B0E-17B6-0049-10BAAB5A8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5EA7E6-1E38-C112-F675-FEB4FFDE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36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B3034-02D9-FC78-A61C-D068074F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9A08AA-5EEE-E629-8B9E-032272F3E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CD05A9-9EE7-8D0D-D6F3-CA9FEE1FE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4F7CD2-A214-B0AA-643A-5DB6B4B0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2E3C8E-DABB-8771-6F51-C2BF1B7B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3184FA-6E6E-9D66-9F78-508198E0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912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5212F-CCA9-3C86-7B41-C52A9A81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B10971-6E6D-AAD3-6323-C7DA78DAA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59C2EC-6F43-1355-5D62-15F1BCF35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0464EB-EA82-0B91-6911-740A96786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A75741-31B1-0FDC-E9A7-BFD498C81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BE104B-3475-C448-5509-CC65D84A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DC9BC0-243C-3BBC-EF34-FCB6A204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5C504D-AA89-FEA0-9884-D9204B69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68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A2744-B930-0F69-9811-9D4CF84A6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8D7EC4-1334-D516-EA11-82BDAA8C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22AB97-ECE5-B4B5-E38D-D941074D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345EF0-2CBD-ECB8-3D37-6B158C14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00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3CA62F-FA9E-F014-908C-11F1EBA4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4E515C-90E5-D12C-18BC-319D433D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276BAB-2BD4-8C07-0CE8-122C0CE3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32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2DB52-7C0E-E0E0-6F54-2D75835C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FB14F-1BD5-FBE6-85A6-DD451F8B5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B8C277-1AF6-9984-2DEA-4BC74341C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4A97B8-5683-649F-ECD7-519A8560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D946E1-C4AF-5907-7912-84B86E29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37FBA3-E114-22B2-A893-ADBFBC7B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55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28277-7CA6-6648-5B66-D4FFBAC1F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8442A8-E908-31F2-33A3-8090CA57E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CE293D-DA6E-3F8E-78C2-8D28E32E4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39437F-0139-6DAA-0969-ACCB79638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850F3D-379A-8DB0-8FBD-7363907B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7D5C2B-B7BE-0401-7153-598547E3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6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8FDE9-8780-912E-5335-03AA26C7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A65D49-D0C6-FA9B-99FF-6ABCFBB0D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0EDF9D-5294-64FB-D3E6-043BDF31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05771-DC28-7051-F0A7-F8DDBC05B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D7E372-5221-F42E-FB50-F7DC670B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14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0AD5D4-C75F-B875-F23B-D1664817E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01F74C-6811-1778-E5D2-6A028F3CD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8EA30-C05A-E2F7-9849-806DAF53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969E17-95B9-B657-FE2C-87F41473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D1AAED-9F0E-F529-EBD6-8BD9D737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51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D2FCD2-936B-021D-F56D-FEB6A53D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89A8C3-FAA7-563C-6D5E-1BD64D434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399122-F5E7-4DA6-C65F-D072DF0C9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6B479-B5C4-438A-BD39-BBACA5041D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8D6579-0024-D4CB-3D03-44370DC92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591A5-C03C-E4D0-A6A7-BE9629495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6CD5C-67F1-4BBD-AE93-395671853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73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87BF7-394E-6FA2-1D9A-B5F269E7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오늘 배울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04CA1C-CBB0-E06C-4B8C-9B9A3A69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몬스터 </a:t>
            </a:r>
            <a:r>
              <a:rPr lang="en-US" altLang="ko-KR" dirty="0"/>
              <a:t>ai</a:t>
            </a:r>
          </a:p>
          <a:p>
            <a:endParaRPr lang="en-US" altLang="ko-KR" dirty="0"/>
          </a:p>
          <a:p>
            <a:r>
              <a:rPr lang="ko-KR" altLang="en-US" dirty="0"/>
              <a:t>응시</a:t>
            </a:r>
            <a:endParaRPr lang="en-US" altLang="ko-KR" dirty="0"/>
          </a:p>
          <a:p>
            <a:r>
              <a:rPr lang="ko-KR" altLang="en-US" dirty="0"/>
              <a:t>추적</a:t>
            </a:r>
            <a:endParaRPr lang="en-US" altLang="ko-KR" dirty="0"/>
          </a:p>
          <a:p>
            <a:r>
              <a:rPr lang="ko-KR" altLang="en-US" dirty="0"/>
              <a:t>공격</a:t>
            </a:r>
            <a:endParaRPr lang="en-US" altLang="ko-KR" dirty="0"/>
          </a:p>
          <a:p>
            <a:r>
              <a:rPr lang="ko-KR" altLang="en-US" dirty="0"/>
              <a:t>사망</a:t>
            </a:r>
          </a:p>
        </p:txBody>
      </p:sp>
    </p:spTree>
    <p:extLst>
      <p:ext uri="{BB962C8B-B14F-4D97-AF65-F5344CB8AC3E}">
        <p14:creationId xmlns:p14="http://schemas.microsoft.com/office/powerpoint/2010/main" val="389091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6958F5-FC62-7452-CE56-67ACF2DA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응시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357437-00BD-7F4C-3A96-B5CC5FE5F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public</a:t>
            </a:r>
            <a:r>
              <a:rPr lang="ko-KR" altLang="en-US" dirty="0"/>
              <a:t> </a:t>
            </a:r>
            <a:r>
              <a:rPr lang="en-US" altLang="ko-KR" dirty="0" err="1"/>
              <a:t>GameObject</a:t>
            </a:r>
            <a:r>
              <a:rPr lang="ko-KR" altLang="en-US" dirty="0"/>
              <a:t> </a:t>
            </a:r>
            <a:r>
              <a:rPr lang="en-US" altLang="ko-KR" dirty="0"/>
              <a:t>target;</a:t>
            </a:r>
          </a:p>
          <a:p>
            <a:r>
              <a:rPr lang="ko-KR" altLang="en-US" dirty="0"/>
              <a:t>플레이어 게임 오브젝트를 저장할 변수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몬스터가 추적할 대상이 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r>
              <a:rPr lang="en-US" altLang="ko-KR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float</a:t>
            </a:r>
            <a:r>
              <a:rPr lang="ko-KR" altLang="en-US" dirty="0"/>
              <a:t> </a:t>
            </a:r>
            <a:r>
              <a:rPr lang="en-US" altLang="ko-KR" dirty="0"/>
              <a:t>speed; </a:t>
            </a:r>
          </a:p>
          <a:p>
            <a:r>
              <a:rPr lang="en-US" altLang="ko-KR" dirty="0"/>
              <a:t>Unity</a:t>
            </a:r>
            <a:r>
              <a:rPr lang="ko-KR" altLang="en-US" dirty="0"/>
              <a:t>의 </a:t>
            </a:r>
            <a:r>
              <a:rPr lang="en-US" altLang="ko-KR" dirty="0"/>
              <a:t>Inspector </a:t>
            </a:r>
            <a:r>
              <a:rPr lang="ko-KR" altLang="en-US" dirty="0"/>
              <a:t>창에서 몬스터의 이동 속도를 조절할 수 있도록 하는 변수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r>
              <a:rPr lang="en-US" altLang="ko-KR" dirty="0" err="1"/>
              <a:t>transform.LookAt</a:t>
            </a:r>
            <a:r>
              <a:rPr lang="en-US" altLang="ko-KR" dirty="0"/>
              <a:t>(</a:t>
            </a:r>
            <a:r>
              <a:rPr lang="en-US" altLang="ko-KR" dirty="0" err="1"/>
              <a:t>target.transform.position</a:t>
            </a:r>
            <a:r>
              <a:rPr lang="en-US" altLang="ko-KR" dirty="0"/>
              <a:t>);</a:t>
            </a:r>
          </a:p>
          <a:p>
            <a:r>
              <a:rPr lang="ko-KR" altLang="en-US" dirty="0"/>
              <a:t>몬스터가 타겟을 바라보도록 한다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몬스터가 바라본다</a:t>
            </a:r>
            <a:r>
              <a:rPr lang="en-US" altLang="ko-KR" dirty="0"/>
              <a:t>. target</a:t>
            </a:r>
            <a:r>
              <a:rPr lang="ko-KR" altLang="en-US" dirty="0"/>
              <a:t>의 위치를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125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BE03E-70E2-5219-56A1-3322FA39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추적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0788D8-3CAD-530A-FC0F-8FC666747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330"/>
            <a:ext cx="10515600" cy="5280659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몬스터가 플레이어를 따라간다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/>
              <a:t>Vector3(0, 0, 1)</a:t>
            </a:r>
            <a:r>
              <a:rPr lang="ko-KR" altLang="en-US" dirty="0"/>
              <a:t>과 같이 쓰는데</a:t>
            </a:r>
            <a:r>
              <a:rPr lang="en-US" altLang="ko-KR" dirty="0"/>
              <a:t>, </a:t>
            </a:r>
            <a:r>
              <a:rPr lang="ko-KR" altLang="en-US" dirty="0"/>
              <a:t>숫자를 작게 할 수록 천천히 이동한다</a:t>
            </a:r>
            <a:r>
              <a:rPr lang="en-US" altLang="ko-KR" dirty="0"/>
              <a:t>. </a:t>
            </a:r>
            <a:r>
              <a:rPr lang="ko-KR" altLang="en-US" dirty="0"/>
              <a:t>숫자를 크게 할 수록 빠르게 이동한다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 err="1"/>
              <a:t>transform.Translate</a:t>
            </a:r>
            <a:r>
              <a:rPr lang="en-US" altLang="ko-KR" dirty="0"/>
              <a:t>(new</a:t>
            </a:r>
            <a:r>
              <a:rPr lang="ko-KR" altLang="en-US" dirty="0"/>
              <a:t> </a:t>
            </a:r>
            <a:r>
              <a:rPr lang="en-US" altLang="ko-KR" dirty="0"/>
              <a:t>Vector3(0, 0, speed), </a:t>
            </a:r>
            <a:r>
              <a:rPr lang="en-US" altLang="ko-KR" dirty="0" err="1"/>
              <a:t>Space.Self</a:t>
            </a:r>
            <a:r>
              <a:rPr lang="en-US" altLang="ko-KR" dirty="0"/>
              <a:t>); </a:t>
            </a:r>
            <a:br>
              <a:rPr lang="en-US" altLang="ko-KR" dirty="0"/>
            </a:br>
            <a:r>
              <a:rPr lang="ko-KR" altLang="en-US" dirty="0"/>
              <a:t>몬스터가 자신의 앞쪽 방향으로 이동한다</a:t>
            </a:r>
            <a:r>
              <a:rPr lang="en-US" altLang="ko-KR" dirty="0"/>
              <a:t>. 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타겟을 향해 이동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몬스터의 위치를 변환한다</a:t>
            </a:r>
            <a:r>
              <a:rPr lang="en-US" altLang="ko-KR" dirty="0"/>
              <a:t>. </a:t>
            </a:r>
            <a:r>
              <a:rPr lang="ko-KR" altLang="en-US" dirty="0"/>
              <a:t>현재 위치에서 </a:t>
            </a:r>
            <a:r>
              <a:rPr lang="en-US" altLang="ko-KR" dirty="0"/>
              <a:t>(0, 0, 0.01)</a:t>
            </a:r>
            <a:r>
              <a:rPr lang="ko-KR" altLang="en-US" dirty="0"/>
              <a:t>만큼 더한 방향으로 이동한다</a:t>
            </a:r>
            <a:r>
              <a:rPr lang="en-US" altLang="ko-KR" dirty="0"/>
              <a:t>. self</a:t>
            </a:r>
            <a:r>
              <a:rPr lang="ko-KR" altLang="en-US" dirty="0"/>
              <a:t>는 몬스터 자신의 좌표계를 기준으로 이동한다는 뜻이다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몬스터가 바라보는 방향이 앞으로 간다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/>
              <a:t>World</a:t>
            </a:r>
            <a:r>
              <a:rPr lang="ko-KR" altLang="en-US" dirty="0"/>
              <a:t>는 절대 좌표</a:t>
            </a:r>
            <a:r>
              <a:rPr lang="en-US" altLang="ko-KR" dirty="0"/>
              <a:t>(Unity</a:t>
            </a:r>
            <a:r>
              <a:rPr lang="ko-KR" altLang="en-US" dirty="0"/>
              <a:t>의 월드 공간 </a:t>
            </a:r>
            <a:r>
              <a:rPr lang="en-US" altLang="ko-KR" dirty="0"/>
              <a:t>Global.</a:t>
            </a:r>
            <a:r>
              <a:rPr lang="ko-KR" altLang="en-US" dirty="0"/>
              <a:t>절대 변하지 않는 좌표</a:t>
            </a:r>
            <a:r>
              <a:rPr lang="en-US" altLang="ko-KR" dirty="0"/>
              <a:t>) Self </a:t>
            </a:r>
            <a:r>
              <a:rPr lang="ko-KR" altLang="en-US" dirty="0"/>
              <a:t>자기 자신의 좌표</a:t>
            </a:r>
            <a:r>
              <a:rPr lang="en-US" altLang="ko-KR" dirty="0"/>
              <a:t>(Unity</a:t>
            </a:r>
            <a:r>
              <a:rPr lang="ko-KR" altLang="en-US" dirty="0"/>
              <a:t>의 </a:t>
            </a:r>
            <a:r>
              <a:rPr lang="en-US" altLang="ko-KR" dirty="0"/>
              <a:t>Local).</a:t>
            </a:r>
            <a:endParaRPr lang="ko-KR" altLang="en-US" dirty="0"/>
          </a:p>
          <a:p>
            <a:r>
              <a:rPr lang="en-US" altLang="ko-KR" dirty="0"/>
              <a:t>World</a:t>
            </a:r>
            <a:r>
              <a:rPr lang="ko-KR" altLang="en-US" dirty="0"/>
              <a:t>로 하게 되면 바라보는 방향과 관계없이 나침반 방향처럼 이동한다</a:t>
            </a:r>
            <a:r>
              <a:rPr lang="en-US" altLang="ko-KR" dirty="0"/>
              <a:t>. Self</a:t>
            </a:r>
            <a:r>
              <a:rPr lang="ko-KR" altLang="en-US" dirty="0"/>
              <a:t>로 하게 되면 바라보는 방향이 앞으로 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1016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F62DE-131B-9E9E-58BD-1CFEBF86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공격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863963-7EEB-FC51-1C6D-8C15A8573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740"/>
            <a:ext cx="10515600" cy="5509259"/>
          </a:xfrm>
        </p:spPr>
        <p:txBody>
          <a:bodyPr>
            <a:normAutofit lnSpcReduction="10000"/>
          </a:bodyPr>
          <a:lstStyle/>
          <a:p>
            <a:r>
              <a:rPr lang="en-US" altLang="ko-KR" dirty="0" err="1"/>
              <a:t>Time.time</a:t>
            </a:r>
            <a:r>
              <a:rPr lang="en-US" altLang="ko-KR" dirty="0"/>
              <a:t> : </a:t>
            </a:r>
            <a:r>
              <a:rPr lang="ko-KR" altLang="en-US" dirty="0"/>
              <a:t>게임을 시작하고 흘러간 시간을 측정하는 코드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if (</a:t>
            </a:r>
            <a:r>
              <a:rPr lang="en-US" altLang="ko-KR" dirty="0" err="1"/>
              <a:t>Time.time</a:t>
            </a:r>
            <a:r>
              <a:rPr lang="en-US" altLang="ko-KR" dirty="0"/>
              <a:t> - </a:t>
            </a:r>
            <a:r>
              <a:rPr lang="en-US" altLang="ko-KR" dirty="0" err="1"/>
              <a:t>lastAttackTime</a:t>
            </a:r>
            <a:r>
              <a:rPr lang="en-US" altLang="ko-KR" dirty="0"/>
              <a:t> &gt;= </a:t>
            </a:r>
            <a:r>
              <a:rPr lang="en-US" altLang="ko-KR" dirty="0" err="1"/>
              <a:t>coolTime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몬스터가 공격할 때마다 일정한 시간 간격을 두도록 하는 코드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몬스터가 공격한 후 다음 공격까지 기다려야 하는 시간을 설정하는 코드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lastAttackTime</a:t>
            </a:r>
            <a:r>
              <a:rPr lang="en-US" altLang="ko-KR" dirty="0"/>
              <a:t> = </a:t>
            </a:r>
            <a:r>
              <a:rPr lang="en-US" altLang="ko-KR" dirty="0" err="1"/>
              <a:t>Time.time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/>
              <a:t>몬스터가 공격한 시간을 현재 시간으로 업데이트한다</a:t>
            </a:r>
            <a:r>
              <a:rPr lang="en-US" altLang="ko-KR" dirty="0"/>
              <a:t>. </a:t>
            </a:r>
            <a:r>
              <a:rPr lang="ko-KR" altLang="en-US" dirty="0"/>
              <a:t>이렇게 하면 다음 공격까지의 간격을 계산할 수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변수를 업데이트하지 않으면 몬스터가 매 프레임마다 공격하게 된다</a:t>
            </a:r>
            <a:r>
              <a:rPr lang="en-US" altLang="ko-KR" dirty="0"/>
              <a:t>. </a:t>
            </a:r>
            <a:r>
              <a:rPr lang="ko-KR" altLang="en-US" dirty="0"/>
              <a:t>하지만 이 변수를 업데이트하면 몬스터가 공격한 후 일정한 시간 간격을 두고 다음 공격을 하게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655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00790-2D18-3F97-CB90-9FFC4967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공격 범위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266151-A4AF-B633-D67A-016ACDC1A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몬스터와 플레이어 사이의 거리 계산</a:t>
            </a:r>
          </a:p>
          <a:p>
            <a:r>
              <a:rPr lang="fr-FR" altLang="ko-KR" dirty="0"/>
              <a:t>float distance = Vector3.Distance(transform.position, target.transform.position);</a:t>
            </a:r>
            <a:endParaRPr lang="en-US" altLang="ko-KR" dirty="0"/>
          </a:p>
          <a:p>
            <a:r>
              <a:rPr lang="ko-KR" altLang="en-US" dirty="0"/>
              <a:t>몬스터와 타겟 사이의 거리를 계산한다</a:t>
            </a:r>
            <a:r>
              <a:rPr lang="en-US" altLang="ko-KR" dirty="0"/>
              <a:t>. Vector3.Distance</a:t>
            </a:r>
            <a:r>
              <a:rPr lang="ko-KR" altLang="en-US" dirty="0"/>
              <a:t>는 두 점 사이의 거리를 계산하는 함수이다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 err="1"/>
              <a:t>transform.position</a:t>
            </a:r>
            <a:r>
              <a:rPr lang="ko-KR" altLang="en-US" dirty="0"/>
              <a:t>은 몬스터의 현재 위치를 나타내고</a:t>
            </a:r>
            <a:r>
              <a:rPr lang="en-US" altLang="ko-KR" dirty="0"/>
              <a:t>, </a:t>
            </a:r>
            <a:r>
              <a:rPr lang="en-US" altLang="ko-KR" dirty="0" err="1"/>
              <a:t>target.transform.position</a:t>
            </a:r>
            <a:r>
              <a:rPr lang="ko-KR" altLang="en-US" dirty="0"/>
              <a:t>은 타겟의 현재 위치를 나타낸다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함수를 사용하면 몬스터와 타겟 사이의 거리를 쉽게 계산할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50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8001E-0575-84F1-5980-76345C21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총알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C139E-528A-93FA-A02A-97A0E384E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470"/>
            <a:ext cx="10515600" cy="53835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생성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r>
              <a:rPr lang="en-US" altLang="ko-KR" dirty="0"/>
              <a:t>=&gt; Instantiate(bullet);</a:t>
            </a:r>
          </a:p>
          <a:p>
            <a:r>
              <a:rPr lang="ko-KR" altLang="en-US" dirty="0"/>
              <a:t>총알 게임 오브젝트를 동적으로 생성한다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몬스터가 공격할 때마다 총알이 생성된다</a:t>
            </a:r>
            <a:r>
              <a:rPr lang="en-US" altLang="ko-KR" dirty="0"/>
              <a:t>. Instantiate</a:t>
            </a:r>
            <a:r>
              <a:rPr lang="ko-KR" altLang="en-US" dirty="0"/>
              <a:t>는 </a:t>
            </a:r>
            <a:r>
              <a:rPr lang="en-US" altLang="ko-KR" dirty="0"/>
              <a:t>Unity</a:t>
            </a:r>
            <a:r>
              <a:rPr lang="ko-KR" altLang="en-US" dirty="0"/>
              <a:t>에서 게임 오브젝트를 복제해서 생성하는 함수이다</a:t>
            </a:r>
            <a:r>
              <a:rPr lang="en-US" altLang="ko-KR" dirty="0"/>
              <a:t>. bullet</a:t>
            </a:r>
            <a:r>
              <a:rPr lang="ko-KR" altLang="en-US" dirty="0"/>
              <a:t>은 몬스터가 발사할 총알 게임 오브젝트를 저장하는 변수이므로</a:t>
            </a:r>
            <a:r>
              <a:rPr lang="en-US" altLang="ko-KR" dirty="0"/>
              <a:t>, </a:t>
            </a:r>
            <a:r>
              <a:rPr lang="ko-KR" altLang="en-US" dirty="0"/>
              <a:t>이 함수를 사용하면 몬스터가 공격할 때마다 총알이 생성된다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발사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Instantiate(bullet, </a:t>
            </a:r>
            <a:r>
              <a:rPr lang="en-US" altLang="ko-KR" dirty="0" err="1"/>
              <a:t>transform.position</a:t>
            </a:r>
            <a:r>
              <a:rPr lang="en-US" altLang="ko-KR" dirty="0"/>
              <a:t>, </a:t>
            </a:r>
            <a:r>
              <a:rPr lang="en-US" altLang="ko-KR" dirty="0" err="1"/>
              <a:t>transform.rotation</a:t>
            </a:r>
            <a:r>
              <a:rPr lang="en-US" altLang="ko-KR" dirty="0"/>
              <a:t>); </a:t>
            </a:r>
            <a:br>
              <a:rPr lang="en-US" altLang="ko-KR" dirty="0"/>
            </a:br>
            <a:r>
              <a:rPr lang="ko-KR" altLang="en-US" dirty="0"/>
              <a:t>총알이 생성될 때의 위치는 몬스터의 현재 위치</a:t>
            </a:r>
            <a:r>
              <a:rPr lang="en-US" altLang="ko-KR" dirty="0"/>
              <a:t>(</a:t>
            </a:r>
            <a:r>
              <a:rPr lang="en-US" altLang="ko-KR" dirty="0" err="1"/>
              <a:t>transform.position</a:t>
            </a:r>
            <a:r>
              <a:rPr lang="en-US" altLang="ko-KR" dirty="0"/>
              <a:t>)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총알이 생성될 때의 회전은 몬스터의 현재 회전</a:t>
            </a:r>
            <a:r>
              <a:rPr lang="en-US" altLang="ko-KR" dirty="0"/>
              <a:t>(</a:t>
            </a:r>
            <a:r>
              <a:rPr lang="en-US" altLang="ko-KR" dirty="0" err="1"/>
              <a:t>transform.rotation</a:t>
            </a:r>
            <a:r>
              <a:rPr lang="en-US" altLang="ko-KR" dirty="0"/>
              <a:t>)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이렇게 하면 총알이 몬스터가 바라보는 방향으로 발사된다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Bullet </a:t>
            </a:r>
            <a:r>
              <a:rPr lang="ko-KR" altLang="en-US" dirty="0"/>
              <a:t>스크립트를 만들어서 </a:t>
            </a:r>
            <a:r>
              <a:rPr lang="en-US" altLang="ko-KR" dirty="0"/>
              <a:t>Bullet </a:t>
            </a:r>
            <a:r>
              <a:rPr lang="ko-KR" altLang="en-US" dirty="0" err="1"/>
              <a:t>프리펩에</a:t>
            </a:r>
            <a:r>
              <a:rPr lang="ko-KR" altLang="en-US" dirty="0"/>
              <a:t> </a:t>
            </a:r>
            <a:r>
              <a:rPr lang="ko-KR" altLang="en-US" dirty="0" err="1"/>
              <a:t>넣어줌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35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8088C-E762-CA9C-48F1-32AC9873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총알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388CC-995A-52C1-4FE9-B44A68F54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460"/>
            <a:ext cx="10515600" cy="54635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제거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게임이 시작되면 한 번 실행되는 함수</a:t>
            </a:r>
            <a:r>
              <a:rPr lang="en-US" altLang="ko-KR" dirty="0"/>
              <a:t>. </a:t>
            </a:r>
            <a:r>
              <a:rPr lang="ko-KR" altLang="en-US" dirty="0"/>
              <a:t>총알이 생성될 때 한 번 실행된다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private void Start()</a:t>
            </a:r>
          </a:p>
          <a:p>
            <a:endParaRPr lang="en-US" altLang="ko-KR" dirty="0"/>
          </a:p>
          <a:p>
            <a:r>
              <a:rPr lang="en-US" altLang="ko-KR" dirty="0"/>
              <a:t>Destroy(</a:t>
            </a:r>
            <a:r>
              <a:rPr lang="en-US" altLang="ko-KR" dirty="0" err="1"/>
              <a:t>gameObject</a:t>
            </a:r>
            <a:r>
              <a:rPr lang="en-US" altLang="ko-KR" dirty="0"/>
              <a:t>, 3f);</a:t>
            </a:r>
          </a:p>
          <a:p>
            <a:r>
              <a:rPr lang="en-US" altLang="ko-KR" dirty="0" err="1"/>
              <a:t>gameObject</a:t>
            </a:r>
            <a:r>
              <a:rPr lang="ko-KR" altLang="en-US" dirty="0"/>
              <a:t>는 총알 게임 오브젝트 자체를 나타내는 변수</a:t>
            </a:r>
            <a:r>
              <a:rPr lang="en-US" altLang="ko-KR" dirty="0"/>
              <a:t>. Destroy </a:t>
            </a:r>
            <a:r>
              <a:rPr lang="ko-KR" altLang="en-US" dirty="0"/>
              <a:t>함수는 게임 오브젝트를 제거하는 함수이다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코드는 총알이 생성된 후 일정한 시간이 지나면 총알이 자동으로 제거되도록 하는 역할을 한다</a:t>
            </a:r>
            <a:r>
              <a:rPr lang="en-US" altLang="ko-KR" dirty="0"/>
              <a:t>. </a:t>
            </a:r>
            <a:r>
              <a:rPr lang="ko-KR" altLang="en-US" dirty="0"/>
              <a:t>이렇게 하면 총알이 무한히 존재하지 않고</a:t>
            </a:r>
            <a:r>
              <a:rPr lang="en-US" altLang="ko-KR" dirty="0"/>
              <a:t>, </a:t>
            </a:r>
            <a:r>
              <a:rPr lang="ko-KR" altLang="en-US" dirty="0"/>
              <a:t>일정 시간 후에 사라지게 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Destroy(</a:t>
            </a:r>
            <a:r>
              <a:rPr lang="en-US" altLang="ko-KR" dirty="0" err="1"/>
              <a:t>gameObject</a:t>
            </a:r>
            <a:r>
              <a:rPr lang="en-US" altLang="ko-KR" dirty="0"/>
              <a:t>, 2f);</a:t>
            </a:r>
            <a:r>
              <a:rPr lang="ko-KR" altLang="en-US" dirty="0"/>
              <a:t>와 같이 쓰면 총알이 생성된 후 </a:t>
            </a:r>
            <a:r>
              <a:rPr lang="en-US" altLang="ko-KR" dirty="0"/>
              <a:t>2</a:t>
            </a:r>
            <a:r>
              <a:rPr lang="ko-KR" altLang="en-US" dirty="0"/>
              <a:t>초가 지나면 제거된다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361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592</Words>
  <Application>Microsoft Office PowerPoint</Application>
  <PresentationFormat>와이드스크린</PresentationFormat>
  <Paragraphs>48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오늘 배울 내용</vt:lpstr>
      <vt:lpstr>1. 응시</vt:lpstr>
      <vt:lpstr>2. 추적</vt:lpstr>
      <vt:lpstr>3. 공격</vt:lpstr>
      <vt:lpstr>4. 공격 범위 설정</vt:lpstr>
      <vt:lpstr>5. 총알</vt:lpstr>
      <vt:lpstr>5. 총알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2026-03-11T05:21:17Z</dcterms:created>
  <dcterms:modified xsi:type="dcterms:W3CDTF">2026-03-11T06:47:24Z</dcterms:modified>
</cp:coreProperties>
</file>