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5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50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31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5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96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096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08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84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05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45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92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4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72137-52EF-41D0-B1C2-C36A71CB63DA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C773D-B80E-4A1A-8302-F03DCCB72B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80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Tablet + Pen mouse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97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Tablet + Pen mouse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Tablet + Pen mouse</dc:title>
  <dc:creator>FullName</dc:creator>
  <cp:lastModifiedBy>FullName</cp:lastModifiedBy>
  <cp:revision>2</cp:revision>
  <dcterms:created xsi:type="dcterms:W3CDTF">2026-02-13T05:04:26Z</dcterms:created>
  <dcterms:modified xsi:type="dcterms:W3CDTF">2026-02-13T06:59:41Z</dcterms:modified>
</cp:coreProperties>
</file>