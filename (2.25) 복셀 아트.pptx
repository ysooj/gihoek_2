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39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1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29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10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58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220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92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27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58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54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D42AB-1A2E-48A4-9DF7-6150F443944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20F7D-B0F5-4264-855D-3538E98FD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68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복셀 아트 </a:t>
            </a:r>
            <a:r>
              <a:rPr lang="en-US" altLang="ko-KR" smtClean="0"/>
              <a:t>VOXEL ART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앞으로 더 발전할 영역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[MagicaVoxel]</a:t>
            </a:r>
          </a:p>
          <a:p>
            <a:r>
              <a:rPr lang="ko-KR" altLang="en-US" smtClean="0"/>
              <a:t>그리드 </a:t>
            </a:r>
            <a:r>
              <a:rPr lang="en-US" altLang="ko-KR" smtClean="0"/>
              <a:t>= </a:t>
            </a:r>
            <a:r>
              <a:rPr lang="ko-KR" altLang="en-US" smtClean="0"/>
              <a:t>격자</a:t>
            </a:r>
            <a:endParaRPr lang="en-US" altLang="ko-KR" smtClean="0"/>
          </a:p>
          <a:p>
            <a:r>
              <a:rPr lang="ko-KR" altLang="en-US" smtClean="0"/>
              <a:t>우클릭 드래그 </a:t>
            </a:r>
            <a:r>
              <a:rPr lang="en-US" altLang="ko-KR" smtClean="0"/>
              <a:t>= </a:t>
            </a:r>
            <a:r>
              <a:rPr lang="ko-KR" altLang="en-US" smtClean="0"/>
              <a:t>회전</a:t>
            </a:r>
            <a:endParaRPr lang="en-US" altLang="ko-KR" smtClean="0"/>
          </a:p>
          <a:p>
            <a:r>
              <a:rPr lang="ko-KR" altLang="en-US" smtClean="0"/>
              <a:t>좌클릭 드래그 </a:t>
            </a:r>
            <a:r>
              <a:rPr lang="en-US" altLang="ko-KR" smtClean="0"/>
              <a:t>= </a:t>
            </a:r>
            <a:r>
              <a:rPr lang="ko-KR" altLang="en-US" smtClean="0"/>
              <a:t>명령</a:t>
            </a:r>
            <a:endParaRPr lang="en-US" altLang="ko-KR" smtClean="0"/>
          </a:p>
          <a:p>
            <a:r>
              <a:rPr lang="ko-KR" altLang="en-US" smtClean="0"/>
              <a:t>휠 클릭 드래그 </a:t>
            </a:r>
            <a:r>
              <a:rPr lang="en-US" altLang="ko-KR" smtClean="0"/>
              <a:t>= x, y</a:t>
            </a:r>
            <a:r>
              <a:rPr lang="ko-KR" altLang="en-US" smtClean="0"/>
              <a:t>축으로 이동</a:t>
            </a:r>
            <a:endParaRPr lang="en-US" altLang="ko-KR" smtClean="0"/>
          </a:p>
          <a:p>
            <a:r>
              <a:rPr lang="ko-KR" altLang="en-US" smtClean="0"/>
              <a:t>휠 굴리기 </a:t>
            </a:r>
            <a:r>
              <a:rPr lang="en-US" altLang="ko-KR" smtClean="0"/>
              <a:t>= </a:t>
            </a:r>
            <a:r>
              <a:rPr lang="ko-KR" altLang="en-US" smtClean="0"/>
              <a:t>확대</a:t>
            </a:r>
            <a:r>
              <a:rPr lang="en-US" altLang="ko-KR" smtClean="0"/>
              <a:t>/</a:t>
            </a:r>
            <a:r>
              <a:rPr lang="ko-KR" altLang="en-US" smtClean="0"/>
              <a:t>축소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43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기능 </a:t>
            </a:r>
            <a:r>
              <a:rPr lang="en-US" altLang="ko-KR" smtClean="0"/>
              <a:t>6</a:t>
            </a:r>
            <a:r>
              <a:rPr lang="ko-KR" altLang="en-US" smtClean="0"/>
              <a:t>가지 </a:t>
            </a:r>
            <a:r>
              <a:rPr lang="en-US" altLang="ko-KR" smtClean="0"/>
              <a:t>+ </a:t>
            </a:r>
            <a:r>
              <a:rPr lang="ko-KR" altLang="en-US" smtClean="0"/>
              <a:t>붙이기 </a:t>
            </a:r>
            <a:r>
              <a:rPr lang="en-US" altLang="ko-KR" smtClean="0"/>
              <a:t>+ </a:t>
            </a:r>
            <a:r>
              <a:rPr lang="ko-KR" altLang="en-US" smtClean="0"/>
              <a:t>지우기 </a:t>
            </a:r>
            <a:r>
              <a:rPr lang="en-US" altLang="ko-KR" smtClean="0"/>
              <a:t>+ </a:t>
            </a:r>
            <a:r>
              <a:rPr lang="ko-KR" altLang="en-US" smtClean="0"/>
              <a:t>칠하기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직선</a:t>
            </a:r>
            <a:endParaRPr lang="en-US" altLang="ko-KR" smtClean="0"/>
          </a:p>
          <a:p>
            <a:r>
              <a:rPr lang="ko-KR" altLang="en-US" smtClean="0"/>
              <a:t>복셀 셰이더</a:t>
            </a:r>
            <a:r>
              <a:rPr lang="en-US" altLang="ko-KR" smtClean="0"/>
              <a:t>(</a:t>
            </a:r>
            <a:r>
              <a:rPr lang="ko-KR" altLang="en-US" smtClean="0"/>
              <a:t>영역 단위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별표</a:t>
            </a:r>
            <a:r>
              <a:rPr lang="en-US" altLang="ko-KR" smtClean="0"/>
              <a:t>(</a:t>
            </a:r>
            <a:r>
              <a:rPr lang="ko-KR" altLang="en-US" smtClean="0"/>
              <a:t>형태 지정 가능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하나씩</a:t>
            </a:r>
            <a:endParaRPr lang="en-US" altLang="ko-KR" smtClean="0"/>
          </a:p>
          <a:p>
            <a:r>
              <a:rPr lang="ko-KR" altLang="en-US" smtClean="0"/>
              <a:t>면 단위</a:t>
            </a:r>
            <a:endParaRPr lang="en-US" altLang="ko-KR" smtClean="0"/>
          </a:p>
          <a:p>
            <a:r>
              <a:rPr lang="ko-KR" altLang="en-US" smtClean="0"/>
              <a:t>육면체 단위로</a:t>
            </a:r>
            <a:r>
              <a:rPr lang="en-US" altLang="ko-KR" smtClean="0"/>
              <a:t>(</a:t>
            </a:r>
            <a:r>
              <a:rPr lang="ko-KR" altLang="en-US" smtClean="0"/>
              <a:t>선택하는 육면체를 모두</a:t>
            </a:r>
            <a:r>
              <a:rPr lang="en-US" altLang="ko-KR" smtClean="0"/>
              <a:t>), </a:t>
            </a:r>
            <a:r>
              <a:rPr lang="ko-KR" altLang="en-US" smtClean="0"/>
              <a:t>즉 하나씩과는 달리 그리는 면단위</a:t>
            </a:r>
            <a:r>
              <a:rPr lang="en-US" altLang="ko-KR" smtClean="0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69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추가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상단 가운데 살짝 우측 </a:t>
            </a:r>
            <a:r>
              <a:rPr lang="en-US" altLang="ko-KR" smtClean="0"/>
              <a:t>=&gt; </a:t>
            </a:r>
            <a:r>
              <a:rPr lang="ko-KR" altLang="en-US" smtClean="0"/>
              <a:t>맵 크기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71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82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복셀 아트 VOXEL ART</vt:lpstr>
      <vt:lpstr>기능 6가지 + 붙이기 + 지우기 + 칠하기</vt:lpstr>
      <vt:lpstr>추가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복셀 아트 VOXEL ART</dc:title>
  <dc:creator>FullName</dc:creator>
  <cp:lastModifiedBy>FullName</cp:lastModifiedBy>
  <cp:revision>5</cp:revision>
  <dcterms:created xsi:type="dcterms:W3CDTF">2026-02-25T04:59:36Z</dcterms:created>
  <dcterms:modified xsi:type="dcterms:W3CDTF">2026-02-25T06:56:46Z</dcterms:modified>
</cp:coreProperties>
</file>