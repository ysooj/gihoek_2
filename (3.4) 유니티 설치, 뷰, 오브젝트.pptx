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717B2F-BF91-440B-9A9D-A05C0DB84319}" v="6" dt="2026-03-04T06:39:30.9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custSel addSld delSld modSld">
      <pc:chgData name="musukie52@gmail.com" userId="017bd91f96aa8751" providerId="LiveId" clId="{5B2C3894-F97E-4CAB-8812-5BB4D83AAC6A}" dt="2026-03-05T05:10:09.545" v="1976" actId="6549"/>
      <pc:docMkLst>
        <pc:docMk/>
      </pc:docMkLst>
      <pc:sldChg chg="new del">
        <pc:chgData name="musukie52@gmail.com" userId="017bd91f96aa8751" providerId="LiveId" clId="{5B2C3894-F97E-4CAB-8812-5BB4D83AAC6A}" dt="2026-03-04T05:22:01.292" v="2" actId="47"/>
        <pc:sldMkLst>
          <pc:docMk/>
          <pc:sldMk cId="3836249224" sldId="256"/>
        </pc:sldMkLst>
      </pc:sldChg>
      <pc:sldChg chg="modSp new mod">
        <pc:chgData name="musukie52@gmail.com" userId="017bd91f96aa8751" providerId="LiveId" clId="{5B2C3894-F97E-4CAB-8812-5BB4D83AAC6A}" dt="2026-03-04T05:23:11.651" v="249" actId="20577"/>
        <pc:sldMkLst>
          <pc:docMk/>
          <pc:sldMk cId="4124402694" sldId="257"/>
        </pc:sldMkLst>
        <pc:spChg chg="mod">
          <ac:chgData name="musukie52@gmail.com" userId="017bd91f96aa8751" providerId="LiveId" clId="{5B2C3894-F97E-4CAB-8812-5BB4D83AAC6A}" dt="2026-03-04T05:22:06.384" v="11" actId="20577"/>
          <ac:spMkLst>
            <pc:docMk/>
            <pc:sldMk cId="4124402694" sldId="257"/>
            <ac:spMk id="2" creationId="{E2125919-0B7E-C19E-50CB-BB6CDAB63159}"/>
          </ac:spMkLst>
        </pc:spChg>
        <pc:spChg chg="mod">
          <ac:chgData name="musukie52@gmail.com" userId="017bd91f96aa8751" providerId="LiveId" clId="{5B2C3894-F97E-4CAB-8812-5BB4D83AAC6A}" dt="2026-03-04T05:23:11.651" v="249" actId="20577"/>
          <ac:spMkLst>
            <pc:docMk/>
            <pc:sldMk cId="4124402694" sldId="257"/>
            <ac:spMk id="3" creationId="{40717B34-2B5C-43FF-F50D-BFC6368B0094}"/>
          </ac:spMkLst>
        </pc:spChg>
      </pc:sldChg>
      <pc:sldChg chg="modSp new mod">
        <pc:chgData name="musukie52@gmail.com" userId="017bd91f96aa8751" providerId="LiveId" clId="{5B2C3894-F97E-4CAB-8812-5BB4D83AAC6A}" dt="2026-03-04T06:23:09.169" v="688" actId="20577"/>
        <pc:sldMkLst>
          <pc:docMk/>
          <pc:sldMk cId="2211821482" sldId="258"/>
        </pc:sldMkLst>
        <pc:spChg chg="mod">
          <ac:chgData name="musukie52@gmail.com" userId="017bd91f96aa8751" providerId="LiveId" clId="{5B2C3894-F97E-4CAB-8812-5BB4D83AAC6A}" dt="2026-03-04T06:20:18.362" v="303" actId="20577"/>
          <ac:spMkLst>
            <pc:docMk/>
            <pc:sldMk cId="2211821482" sldId="258"/>
            <ac:spMk id="2" creationId="{DAAF5372-90EB-5909-210B-F612E561450D}"/>
          </ac:spMkLst>
        </pc:spChg>
        <pc:spChg chg="mod">
          <ac:chgData name="musukie52@gmail.com" userId="017bd91f96aa8751" providerId="LiveId" clId="{5B2C3894-F97E-4CAB-8812-5BB4D83AAC6A}" dt="2026-03-04T06:23:09.169" v="688" actId="20577"/>
          <ac:spMkLst>
            <pc:docMk/>
            <pc:sldMk cId="2211821482" sldId="258"/>
            <ac:spMk id="3" creationId="{28B09AC2-BBAA-3EE2-30C0-791C715AD10B}"/>
          </ac:spMkLst>
        </pc:spChg>
      </pc:sldChg>
      <pc:sldChg chg="modSp new mod">
        <pc:chgData name="musukie52@gmail.com" userId="017bd91f96aa8751" providerId="LiveId" clId="{5B2C3894-F97E-4CAB-8812-5BB4D83AAC6A}" dt="2026-03-05T05:10:09.545" v="1976" actId="6549"/>
        <pc:sldMkLst>
          <pc:docMk/>
          <pc:sldMk cId="224790040" sldId="259"/>
        </pc:sldMkLst>
        <pc:spChg chg="mod">
          <ac:chgData name="musukie52@gmail.com" userId="017bd91f96aa8751" providerId="LiveId" clId="{5B2C3894-F97E-4CAB-8812-5BB4D83AAC6A}" dt="2026-03-04T06:20:54.059" v="317" actId="20577"/>
          <ac:spMkLst>
            <pc:docMk/>
            <pc:sldMk cId="224790040" sldId="259"/>
            <ac:spMk id="2" creationId="{5EDCD9F6-298E-E325-7CBB-392C81C00080}"/>
          </ac:spMkLst>
        </pc:spChg>
        <pc:spChg chg="mod">
          <ac:chgData name="musukie52@gmail.com" userId="017bd91f96aa8751" providerId="LiveId" clId="{5B2C3894-F97E-4CAB-8812-5BB4D83AAC6A}" dt="2026-03-05T05:10:09.545" v="1976" actId="6549"/>
          <ac:spMkLst>
            <pc:docMk/>
            <pc:sldMk cId="224790040" sldId="259"/>
            <ac:spMk id="3" creationId="{FD779FF6-99FB-6EB6-59C7-318C2E041198}"/>
          </ac:spMkLst>
        </pc:spChg>
      </pc:sldChg>
      <pc:sldChg chg="modSp new mod">
        <pc:chgData name="musukie52@gmail.com" userId="017bd91f96aa8751" providerId="LiveId" clId="{5B2C3894-F97E-4CAB-8812-5BB4D83AAC6A}" dt="2026-03-04T06:40:13.322" v="1915" actId="20577"/>
        <pc:sldMkLst>
          <pc:docMk/>
          <pc:sldMk cId="3544202200" sldId="260"/>
        </pc:sldMkLst>
        <pc:spChg chg="mod">
          <ac:chgData name="musukie52@gmail.com" userId="017bd91f96aa8751" providerId="LiveId" clId="{5B2C3894-F97E-4CAB-8812-5BB4D83AAC6A}" dt="2026-03-04T06:39:36.450" v="1788" actId="20577"/>
          <ac:spMkLst>
            <pc:docMk/>
            <pc:sldMk cId="3544202200" sldId="260"/>
            <ac:spMk id="2" creationId="{AFA58CA1-5031-9A97-8029-2DA9A7B56E3D}"/>
          </ac:spMkLst>
        </pc:spChg>
        <pc:spChg chg="mod">
          <ac:chgData name="musukie52@gmail.com" userId="017bd91f96aa8751" providerId="LiveId" clId="{5B2C3894-F97E-4CAB-8812-5BB4D83AAC6A}" dt="2026-03-04T06:40:13.322" v="1915" actId="20577"/>
          <ac:spMkLst>
            <pc:docMk/>
            <pc:sldMk cId="3544202200" sldId="260"/>
            <ac:spMk id="3" creationId="{B92A8E80-1AD3-E58A-9BAF-F47FAE51BF7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8D5E45-9641-8999-CA1F-9C8422E4B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4F89FAD-8C34-F853-C5B0-1F05FD96C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DB0B95-1C7A-5DF5-3A05-1EE7AEE4F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C59F4-15AE-49DE-BD37-FE0191C33B9E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0FCD47-9BF7-8AF3-1661-9062C8916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F7007E-09F5-5819-8420-6F11A2A75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9B12A-466A-4965-9611-258EB0772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153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9DD723-9CD6-40FA-E3C2-D80E1F031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B86283-5C81-849B-EF4B-42FA98F7D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C8F021-2412-9213-560C-BC95DF97A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C59F4-15AE-49DE-BD37-FE0191C33B9E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DD388B-80A5-3CB9-8FB0-469DA8171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FF73F0-B908-BBFC-B986-7E1B12494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9B12A-466A-4965-9611-258EB0772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104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054D1A-6183-F8FF-DB6B-17732E340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A7789C-6C6A-5D1C-F875-494AE02B1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14B6E4-71A0-D9E1-2BFF-7D40E7AEB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C59F4-15AE-49DE-BD37-FE0191C33B9E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ECE677-FA64-5494-4527-1268DBE0E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CC1520-4EFD-025B-2DDA-C5B62AFA3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9B12A-466A-4965-9611-258EB0772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743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8A5B15-07BA-1003-FEC0-6DCE903F6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F2EF22-0A5C-7EAD-189F-9661C7DD10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27D428-1B5D-8814-3CF9-57A17234F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FE0CAA-0B37-8F9B-6F51-9A2DE7E8E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C59F4-15AE-49DE-BD37-FE0191C33B9E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852603-6349-4C6F-65B4-49509D619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873B37-7849-A37E-4883-E5A2A5BF2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9B12A-466A-4965-9611-258EB0772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523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442CAE-B6EA-110A-4DAA-08374A72A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C936DB-33BE-4BF7-FFAE-D7FAD7F4B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A4B30C-3C73-7A4C-6CD8-E808D2062E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D7A209D-CA72-543D-1336-FB72C99723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796B6BB-1A7F-2508-066D-85F603309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EEBDA8D-9049-6A91-5E4F-A2A14889B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C59F4-15AE-49DE-BD37-FE0191C33B9E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E4E5640-16A5-7962-23BF-0D95F5FED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339BDC7-E486-012A-7CE8-9D4A6E40C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9B12A-466A-4965-9611-258EB0772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470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41E403-4A96-6481-8974-0DEBE7A16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4D8E3B2-95B4-D34D-58FF-5E6E61707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C59F4-15AE-49DE-BD37-FE0191C33B9E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7B47C59-C174-DCFC-2478-E45D4FA89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591216-8FA6-F40A-2771-82A11FB79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9B12A-466A-4965-9611-258EB0772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483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5B3B533-69AB-5336-AE1D-F783C2BEE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C59F4-15AE-49DE-BD37-FE0191C33B9E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57A1E1A-BD1E-11B0-EC3B-DAAF232F7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0EA580-9D5A-73AE-5C1E-600EB78C3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9B12A-466A-4965-9611-258EB0772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1581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13647A-7CC2-C05E-BE20-DD14FFC32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B2691B-D82D-BB69-D316-A34291E04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91AB9B-61A8-40ED-16EF-4D17C41D1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5517AE-8E2F-B71E-6B2E-493A56986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C59F4-15AE-49DE-BD37-FE0191C33B9E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676CA5-9474-52BE-07AC-62876DC52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26F051-CE83-8CF4-A091-B523BACAD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9B12A-466A-4965-9611-258EB0772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600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921FC3-8CA5-59F3-4429-586D9C35E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6439E39-F827-3242-99F5-9576CEBED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74632C-0C63-9D5A-F47E-B1219B9C4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6305E6-DF3E-2C93-C38B-446155DBB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C59F4-15AE-49DE-BD37-FE0191C33B9E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2AE4062-7DF3-F1B6-C292-3C36E770E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0CDCD9-C148-F1B8-A05A-172186993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9B12A-466A-4965-9611-258EB0772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182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4192F3-37AF-579F-78F8-81AF6774C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7CB48F-7C42-2587-C98C-70A861EE6C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2A679F-D848-0424-2F79-94A7A35D7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C59F4-15AE-49DE-BD37-FE0191C33B9E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0A5EA0-206B-D2ED-DF9B-CEDA810AD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64F6D6-7FCB-EA8B-A6B1-70DECBDAB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9B12A-466A-4965-9611-258EB0772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4017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D2FF57C-4337-BD07-A4A6-EC5C26559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5DEB413-0F78-A9E5-AEC8-E92150243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6514BD-DA12-D49A-049F-945D5F2C1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C59F4-15AE-49DE-BD37-FE0191C33B9E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710E40-4534-AFE6-9711-5D6FCC00E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F8178A-03AE-14E3-CDBC-D3A9BC64C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9B12A-466A-4965-9611-258EB0772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50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8C480C2-3DB8-912A-10CF-36D227D5B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066B05-E824-070B-EADB-6C921D833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1F0C2D-2724-21C6-32B6-6E3BF51464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8C59F4-15AE-49DE-BD37-FE0191C33B9E}" type="datetimeFigureOut">
              <a:rPr lang="ko-KR" altLang="en-US" smtClean="0"/>
              <a:t>2026-03-05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BA0DB0-8391-0ACD-2EFC-5A89F1875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D34568-01CB-145E-3AF5-9F5A173BD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59B12A-466A-4965-9611-258EB07728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141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125919-0B7E-C19E-50CB-BB6CDAB63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유니티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717B34-2B5C-43FF-F50D-BFC6368B0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유니티 허브 설치</a:t>
            </a:r>
            <a:endParaRPr lang="en-US" altLang="ko-KR" dirty="0"/>
          </a:p>
          <a:p>
            <a:r>
              <a:rPr lang="en-US" altLang="ko-KR" dirty="0"/>
              <a:t>2021.3.41f1 </a:t>
            </a:r>
            <a:r>
              <a:rPr lang="ko-KR" altLang="en-US" dirty="0"/>
              <a:t>버전 설치</a:t>
            </a:r>
            <a:endParaRPr lang="en-US" altLang="ko-KR" dirty="0"/>
          </a:p>
          <a:p>
            <a:r>
              <a:rPr lang="en-US" altLang="ko-KR" dirty="0"/>
              <a:t>15~20</a:t>
            </a:r>
            <a:r>
              <a:rPr lang="ko-KR" altLang="en-US" dirty="0"/>
              <a:t>분 소요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Third Person Template</a:t>
            </a:r>
            <a:r>
              <a:rPr lang="ko-KR" altLang="en-US" dirty="0"/>
              <a:t>로 새 프로젝트 만들기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프로젝트명은 숫자</a:t>
            </a:r>
            <a:r>
              <a:rPr lang="en-US" altLang="ko-KR" dirty="0"/>
              <a:t>, </a:t>
            </a:r>
            <a:r>
              <a:rPr lang="ko-KR" altLang="en-US" dirty="0"/>
              <a:t>영어로 구성된 이름으로 만들기</a:t>
            </a:r>
          </a:p>
        </p:txBody>
      </p:sp>
    </p:spTree>
    <p:extLst>
      <p:ext uri="{BB962C8B-B14F-4D97-AF65-F5344CB8AC3E}">
        <p14:creationId xmlns:p14="http://schemas.microsoft.com/office/powerpoint/2010/main" val="4124402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F5372-90EB-5909-210B-F612E5614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씬 뷰에서 뷰 시점 단축 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B09AC2-BBAA-3EE2-30C0-791C715AD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우클릭</a:t>
            </a:r>
            <a:r>
              <a:rPr lang="en-US" altLang="ko-KR" dirty="0"/>
              <a:t>, </a:t>
            </a:r>
            <a:r>
              <a:rPr lang="ko-KR" altLang="en-US" dirty="0"/>
              <a:t>스크롤 클릭</a:t>
            </a:r>
            <a:endParaRPr lang="en-US" altLang="ko-KR" dirty="0"/>
          </a:p>
          <a:p>
            <a:r>
              <a:rPr lang="ko-KR" altLang="en-US" dirty="0" err="1"/>
              <a:t>우클릭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en-US" altLang="ko-KR" dirty="0" err="1"/>
              <a:t>w,a,s,d,q,e</a:t>
            </a:r>
            <a:endParaRPr lang="en-US" altLang="ko-KR" dirty="0"/>
          </a:p>
          <a:p>
            <a:r>
              <a:rPr lang="ko-KR" altLang="en-US" dirty="0"/>
              <a:t>줌인</a:t>
            </a:r>
            <a:r>
              <a:rPr lang="en-US" altLang="ko-KR" dirty="0"/>
              <a:t>/</a:t>
            </a:r>
            <a:r>
              <a:rPr lang="ko-KR" altLang="en-US" dirty="0" err="1"/>
              <a:t>줌아웃</a:t>
            </a:r>
            <a:r>
              <a:rPr lang="en-US" altLang="ko-KR" dirty="0"/>
              <a:t> : Alt + </a:t>
            </a:r>
            <a:r>
              <a:rPr lang="ko-KR" altLang="en-US" dirty="0" err="1"/>
              <a:t>우클릭</a:t>
            </a:r>
            <a:r>
              <a:rPr lang="en-US" altLang="ko-KR" dirty="0"/>
              <a:t> or</a:t>
            </a:r>
            <a:r>
              <a:rPr lang="ko-KR" altLang="en-US" dirty="0"/>
              <a:t> 스크롤 휠</a:t>
            </a:r>
          </a:p>
        </p:txBody>
      </p:sp>
    </p:spTree>
    <p:extLst>
      <p:ext uri="{BB962C8B-B14F-4D97-AF65-F5344CB8AC3E}">
        <p14:creationId xmlns:p14="http://schemas.microsoft.com/office/powerpoint/2010/main" val="2211821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DCD9F6-298E-E325-7CBB-392C81C00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오브젝트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779FF6-99FB-6EB6-59C7-318C2E041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320"/>
            <a:ext cx="10515600" cy="5303519"/>
          </a:xfrm>
        </p:spPr>
        <p:txBody>
          <a:bodyPr>
            <a:normAutofit/>
          </a:bodyPr>
          <a:lstStyle/>
          <a:p>
            <a:r>
              <a:rPr lang="ko-KR" altLang="en-US" dirty="0"/>
              <a:t>유니티는 </a:t>
            </a:r>
            <a:r>
              <a:rPr lang="en-US" altLang="ko-KR" dirty="0"/>
              <a:t>6</a:t>
            </a:r>
            <a:r>
              <a:rPr lang="ko-KR" altLang="en-US" dirty="0"/>
              <a:t>가지 도형을 제공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기즈모</a:t>
            </a:r>
            <a:r>
              <a:rPr lang="ko-KR" altLang="en-US" dirty="0"/>
              <a:t> </a:t>
            </a:r>
            <a:r>
              <a:rPr lang="en-US" altLang="ko-KR" dirty="0"/>
              <a:t>(Gizmo) : </a:t>
            </a:r>
            <a:r>
              <a:rPr lang="ko-KR" altLang="en-US" dirty="0"/>
              <a:t>오브젝트를 클릭하면 나타나는 빨강</a:t>
            </a:r>
            <a:r>
              <a:rPr lang="en-US" altLang="ko-KR" dirty="0"/>
              <a:t>, </a:t>
            </a:r>
            <a:r>
              <a:rPr lang="ko-KR" altLang="en-US" dirty="0"/>
              <a:t>초록</a:t>
            </a:r>
            <a:r>
              <a:rPr lang="en-US" altLang="ko-KR" dirty="0"/>
              <a:t>, </a:t>
            </a:r>
            <a:r>
              <a:rPr lang="ko-KR" altLang="en-US" dirty="0"/>
              <a:t>파랑색의 화살표</a:t>
            </a:r>
            <a:r>
              <a:rPr lang="en-US" altLang="ko-KR" dirty="0"/>
              <a:t>. </a:t>
            </a:r>
            <a:r>
              <a:rPr lang="ko-KR" altLang="en-US" dirty="0" err="1"/>
              <a:t>인스펙터의</a:t>
            </a:r>
            <a:r>
              <a:rPr lang="ko-KR" altLang="en-US" dirty="0"/>
              <a:t> </a:t>
            </a:r>
            <a:r>
              <a:rPr lang="en-US" altLang="ko-KR" dirty="0"/>
              <a:t>x, y, z</a:t>
            </a:r>
            <a:r>
              <a:rPr lang="ko-KR" altLang="en-US" dirty="0"/>
              <a:t>와 같음</a:t>
            </a:r>
            <a:endParaRPr lang="en-US" altLang="ko-KR" dirty="0"/>
          </a:p>
          <a:p>
            <a:pPr lvl="1"/>
            <a:r>
              <a:rPr lang="ko-KR" altLang="en-US" dirty="0"/>
              <a:t>단축키 </a:t>
            </a:r>
            <a:r>
              <a:rPr lang="en-US" altLang="ko-KR" dirty="0"/>
              <a:t>w : </a:t>
            </a:r>
            <a:r>
              <a:rPr lang="ko-KR" altLang="en-US" dirty="0"/>
              <a:t>회전 툴이나 크기 툴 등을 사용하다가 이동 툴 선택하고 싶을 때</a:t>
            </a:r>
            <a:endParaRPr lang="en-US" altLang="ko-KR" dirty="0"/>
          </a:p>
          <a:p>
            <a:pPr lvl="1"/>
            <a:r>
              <a:rPr lang="ko-KR" altLang="en-US" dirty="0"/>
              <a:t>단축키 </a:t>
            </a:r>
            <a:r>
              <a:rPr lang="en-US" altLang="ko-KR" dirty="0"/>
              <a:t>e : </a:t>
            </a:r>
            <a:r>
              <a:rPr lang="ko-KR" altLang="en-US" dirty="0"/>
              <a:t>회전 툴 선택</a:t>
            </a:r>
            <a:endParaRPr lang="en-US" altLang="ko-KR" dirty="0"/>
          </a:p>
          <a:p>
            <a:pPr lvl="1"/>
            <a:r>
              <a:rPr lang="ko-KR" altLang="en-US" dirty="0"/>
              <a:t>단축키 </a:t>
            </a:r>
            <a:r>
              <a:rPr lang="en-US" altLang="ko-KR" dirty="0"/>
              <a:t>r : </a:t>
            </a:r>
            <a:r>
              <a:rPr lang="ko-KR" altLang="en-US" dirty="0"/>
              <a:t>스케일 툴</a:t>
            </a:r>
            <a:r>
              <a:rPr lang="en-US" altLang="ko-KR" dirty="0"/>
              <a:t>(</a:t>
            </a:r>
            <a:r>
              <a:rPr lang="ko-KR" altLang="en-US" dirty="0"/>
              <a:t>크기 툴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단축키 </a:t>
            </a:r>
            <a:r>
              <a:rPr lang="en-US" altLang="ko-KR" dirty="0"/>
              <a:t>t : </a:t>
            </a:r>
            <a:r>
              <a:rPr lang="ko-KR" altLang="en-US" dirty="0" err="1"/>
              <a:t>렉</a:t>
            </a:r>
            <a:r>
              <a:rPr lang="ko-KR" altLang="en-US" dirty="0"/>
              <a:t> 툴</a:t>
            </a:r>
            <a:r>
              <a:rPr lang="en-US" altLang="ko-KR" dirty="0"/>
              <a:t>(</a:t>
            </a:r>
            <a:r>
              <a:rPr lang="en-US" altLang="ko-KR" dirty="0" err="1"/>
              <a:t>Rect</a:t>
            </a:r>
            <a:r>
              <a:rPr lang="en-US" altLang="ko-KR" dirty="0"/>
              <a:t> tool). </a:t>
            </a:r>
            <a:r>
              <a:rPr lang="ko-KR" altLang="en-US" dirty="0"/>
              <a:t>스케일 툴은 </a:t>
            </a:r>
            <a:r>
              <a:rPr lang="en-US" altLang="ko-KR" dirty="0"/>
              <a:t>ppt</a:t>
            </a:r>
            <a:r>
              <a:rPr lang="ko-KR" altLang="en-US" dirty="0"/>
              <a:t>에서 </a:t>
            </a:r>
            <a:r>
              <a:rPr lang="en-US" altLang="ko-KR" dirty="0"/>
              <a:t>Ctrl</a:t>
            </a:r>
            <a:r>
              <a:rPr lang="ko-KR" altLang="en-US" dirty="0"/>
              <a:t>을 누르고 크기 변경하는 느낌</a:t>
            </a:r>
            <a:r>
              <a:rPr lang="en-US" altLang="ko-KR" dirty="0"/>
              <a:t>. </a:t>
            </a:r>
            <a:r>
              <a:rPr lang="ko-KR" altLang="en-US" dirty="0" err="1"/>
              <a:t>렉</a:t>
            </a:r>
            <a:r>
              <a:rPr lang="ko-KR" altLang="en-US" dirty="0"/>
              <a:t> 툴은 그냥 크기 변경하는 느낌</a:t>
            </a:r>
            <a:endParaRPr lang="en-US" altLang="ko-KR" dirty="0"/>
          </a:p>
          <a:p>
            <a:pPr lvl="1"/>
            <a:r>
              <a:rPr lang="ko-KR" altLang="en-US" dirty="0"/>
              <a:t>단축키 </a:t>
            </a:r>
            <a:r>
              <a:rPr lang="en-US" altLang="ko-KR" dirty="0"/>
              <a:t>y : </a:t>
            </a:r>
            <a:r>
              <a:rPr lang="ko-KR" altLang="en-US" dirty="0"/>
              <a:t>이동 툴과 회전 툴</a:t>
            </a:r>
            <a:r>
              <a:rPr lang="en-US" altLang="ko-KR" dirty="0"/>
              <a:t>, </a:t>
            </a:r>
            <a:r>
              <a:rPr lang="ko-KR" altLang="en-US" dirty="0"/>
              <a:t>스케일 툴을 한꺼번에 할 수 있다</a:t>
            </a:r>
            <a:r>
              <a:rPr lang="en-US" altLang="ko-KR"/>
              <a:t>. </a:t>
            </a:r>
            <a:r>
              <a:rPr lang="ko-KR" altLang="en-US" dirty="0"/>
              <a:t>트랜스폼 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4790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A58CA1-5031-9A97-8029-2DA9A7B56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오브젝트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2A8E80-1AD3-E58A-9BAF-F47FAE51B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오브젝트 복사 </a:t>
            </a:r>
            <a:r>
              <a:rPr lang="en-US" altLang="ko-KR" dirty="0"/>
              <a:t>+ </a:t>
            </a:r>
            <a:r>
              <a:rPr lang="ko-KR" altLang="en-US" dirty="0"/>
              <a:t>붙여넣기 </a:t>
            </a:r>
            <a:r>
              <a:rPr lang="en-US" altLang="ko-KR" dirty="0"/>
              <a:t>: </a:t>
            </a:r>
            <a:r>
              <a:rPr lang="ko-KR" altLang="en-US" dirty="0"/>
              <a:t>오브젝트 클릭 후 </a:t>
            </a:r>
            <a:r>
              <a:rPr lang="en-US" altLang="ko-KR" dirty="0"/>
              <a:t>Ctrl + D</a:t>
            </a:r>
          </a:p>
          <a:p>
            <a:pPr lvl="1"/>
            <a:r>
              <a:rPr lang="ko-KR" altLang="en-US" dirty="0"/>
              <a:t>오브젝트 복사 </a:t>
            </a:r>
            <a:r>
              <a:rPr lang="en-US" altLang="ko-KR" dirty="0"/>
              <a:t>: </a:t>
            </a:r>
            <a:r>
              <a:rPr lang="ko-KR" altLang="en-US" dirty="0"/>
              <a:t>오브젝트 클릭 후 </a:t>
            </a:r>
            <a:r>
              <a:rPr lang="en-US" altLang="ko-KR" dirty="0"/>
              <a:t>Ctrl + C</a:t>
            </a:r>
          </a:p>
          <a:p>
            <a:pPr lvl="1"/>
            <a:r>
              <a:rPr lang="ko-KR" altLang="en-US" dirty="0"/>
              <a:t>오브젝트 붙여넣기 </a:t>
            </a:r>
            <a:r>
              <a:rPr lang="en-US" altLang="ko-KR" dirty="0"/>
              <a:t>: Ctrl + V</a:t>
            </a:r>
          </a:p>
          <a:p>
            <a:pPr lvl="1"/>
            <a:r>
              <a:rPr lang="ko-KR" altLang="en-US" dirty="0"/>
              <a:t>오브젝트 제거 </a:t>
            </a:r>
            <a:r>
              <a:rPr lang="en-US" altLang="ko-KR" dirty="0"/>
              <a:t>: </a:t>
            </a:r>
            <a:r>
              <a:rPr lang="ko-KR" altLang="en-US" dirty="0"/>
              <a:t>오브젝트 클릭 후 </a:t>
            </a:r>
            <a:r>
              <a:rPr lang="en-US" altLang="ko-KR" dirty="0"/>
              <a:t>Delete</a:t>
            </a:r>
          </a:p>
          <a:p>
            <a:r>
              <a:rPr lang="ko-KR" altLang="en-US" dirty="0"/>
              <a:t>여러 오브젝트 클릭 </a:t>
            </a:r>
            <a:r>
              <a:rPr lang="en-US" altLang="ko-KR" dirty="0"/>
              <a:t>: </a:t>
            </a:r>
            <a:r>
              <a:rPr lang="ko-KR" altLang="en-US" dirty="0"/>
              <a:t>드래그</a:t>
            </a:r>
            <a:r>
              <a:rPr lang="en-US" altLang="ko-KR" dirty="0"/>
              <a:t>, Ctrl </a:t>
            </a:r>
            <a:r>
              <a:rPr lang="ko-KR" altLang="en-US" dirty="0"/>
              <a:t>키 누른 채로 오브젝트 선택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Ctrl + Z : </a:t>
            </a:r>
            <a:r>
              <a:rPr lang="ko-KR" altLang="en-US" dirty="0"/>
              <a:t>이전으로 돌아가기</a:t>
            </a:r>
            <a:endParaRPr lang="en-US" altLang="ko-KR" dirty="0"/>
          </a:p>
          <a:p>
            <a:r>
              <a:rPr lang="en-US" altLang="ko-KR" dirty="0"/>
              <a:t>Ctrl + Y : </a:t>
            </a:r>
            <a:r>
              <a:rPr lang="ko-KR" altLang="en-US"/>
              <a:t>앞으로 다시 돌아가기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같은 속성을 가진 오브젝트끼리 모아서 상위 오브젝트로 </a:t>
            </a:r>
            <a:r>
              <a:rPr lang="ko-KR" altLang="en-US" dirty="0" err="1"/>
              <a:t>토글</a:t>
            </a:r>
            <a:r>
              <a:rPr lang="ko-KR" altLang="en-US" dirty="0"/>
              <a:t> 형태로 관리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4202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951224-39BE-ADEA-7E4A-12F8A5F6E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깃허브</a:t>
            </a:r>
            <a:r>
              <a:rPr lang="ko-KR" altLang="en-US" dirty="0"/>
              <a:t> 데스크탑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A59551-4412-D9FA-1F18-068315381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유니티와 같이 용량이 큰 파일을 커밋할 때는</a:t>
            </a:r>
            <a:endParaRPr lang="en-US" altLang="ko-KR" dirty="0"/>
          </a:p>
          <a:p>
            <a:r>
              <a:rPr lang="en-US" altLang="ko-KR" dirty="0"/>
              <a:t>.</a:t>
            </a:r>
            <a:r>
              <a:rPr lang="en-US" altLang="ko-KR" dirty="0" err="1"/>
              <a:t>gitignore</a:t>
            </a:r>
            <a:r>
              <a:rPr lang="ko-KR" altLang="en-US" dirty="0"/>
              <a:t>를 통해 불필요한 파일은 올리지 않는다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.</a:t>
            </a:r>
            <a:r>
              <a:rPr lang="en-US" altLang="ko-KR" dirty="0" err="1"/>
              <a:t>gitignore</a:t>
            </a:r>
            <a:r>
              <a:rPr lang="en-US" altLang="ko-KR" dirty="0"/>
              <a:t> </a:t>
            </a:r>
            <a:r>
              <a:rPr lang="ko-KR" altLang="en-US" dirty="0"/>
              <a:t>파일은 유니티 파일과 같은 경로에 있어야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Assets </a:t>
            </a:r>
            <a:r>
              <a:rPr lang="ko-KR" altLang="en-US" dirty="0"/>
              <a:t>폴더와 같은 경로에 있어야 적용된다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5642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265</Words>
  <Application>Microsoft Office PowerPoint</Application>
  <PresentationFormat>와이드스크린</PresentationFormat>
  <Paragraphs>38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유니티</vt:lpstr>
      <vt:lpstr>씬 뷰에서 뷰 시점 단축 키</vt:lpstr>
      <vt:lpstr>오브젝트</vt:lpstr>
      <vt:lpstr>오브젝트</vt:lpstr>
      <vt:lpstr>깃허브 데스크탑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3</cp:revision>
  <dcterms:created xsi:type="dcterms:W3CDTF">2026-03-04T05:21:51Z</dcterms:created>
  <dcterms:modified xsi:type="dcterms:W3CDTF">2026-03-05T05:13:29Z</dcterms:modified>
</cp:coreProperties>
</file>