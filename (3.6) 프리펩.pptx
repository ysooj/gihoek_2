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addSld delSld">
      <pc:chgData name="musukie52@gmail.com" userId="017bd91f96aa8751" providerId="LiveId" clId="{5B2C3894-F97E-4CAB-8812-5BB4D83AAC6A}" dt="2026-03-06T04:53:47.739" v="2" actId="47"/>
      <pc:docMkLst>
        <pc:docMk/>
      </pc:docMkLst>
      <pc:sldChg chg="new del">
        <pc:chgData name="musukie52@gmail.com" userId="017bd91f96aa8751" providerId="LiveId" clId="{5B2C3894-F97E-4CAB-8812-5BB4D83AAC6A}" dt="2026-03-06T04:53:47.739" v="2" actId="47"/>
        <pc:sldMkLst>
          <pc:docMk/>
          <pc:sldMk cId="1498838948" sldId="256"/>
        </pc:sldMkLst>
      </pc:sldChg>
      <pc:sldChg chg="new">
        <pc:chgData name="musukie52@gmail.com" userId="017bd91f96aa8751" providerId="LiveId" clId="{5B2C3894-F97E-4CAB-8812-5BB4D83AAC6A}" dt="2026-03-06T04:53:46.752" v="1" actId="680"/>
        <pc:sldMkLst>
          <pc:docMk/>
          <pc:sldMk cId="850242358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B562B1-A51E-F1E9-8209-D0184B96EF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7EAC7F-863B-80E2-5C98-3AED974EE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1B65FB-EC98-4960-7584-9DDE0D52A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5AA1-8C03-45EF-8300-A5D7925D5F0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B61C9A-13AF-0125-06D9-43B5A0D6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8A0D8B-6E80-6AA2-09A6-48CCF5B53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6BC1-9107-45BC-A414-86196E7861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843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EBE008-51D7-09E8-F22D-95BBA9737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932A80-AA1E-82E2-4006-AF43BF6AA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21E36-DFC8-33D4-23E7-B1CF14A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5AA1-8C03-45EF-8300-A5D7925D5F0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683848-E8C6-8F89-08CE-F27D3D12E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8E0797-831A-F21E-14A4-2615407DD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6BC1-9107-45BC-A414-86196E7861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830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43843-C298-11C9-3144-74D5CC056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0A9FC1-BF10-22D3-22E8-D599E7544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05E30E-9E0D-7EDE-BD3C-DFFE8E6F2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5AA1-8C03-45EF-8300-A5D7925D5F0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97F672-5B1E-6155-DD2B-CC1BA308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0766B6-47B3-B131-24D6-8FA23EEC2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6BC1-9107-45BC-A414-86196E7861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51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0C12C-05D3-092D-4356-55D2C3281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6DFBCE-995A-78A1-3B27-3D647DF749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27CC75-043B-D39D-AB7F-454446F13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39AFBB-AA25-65B2-2EB9-35BB06AF6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5AA1-8C03-45EF-8300-A5D7925D5F0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C4573E-634E-6C6B-4F15-864C5BBF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CDC285-BE20-FF97-CBA3-555F0840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6BC1-9107-45BC-A414-86196E7861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314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406919-5CB3-B628-B3B3-225E699FD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FF9E90-B407-C31C-74CF-B841DC35B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A8F424-E09C-E8B9-4305-CB5A56084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14C6B5-1967-BBD2-4546-E6D2C2A70B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7D3FB1-BE6D-60CB-6932-460DB8765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E8433E-90FF-210F-518A-2B78203F3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5AA1-8C03-45EF-8300-A5D7925D5F0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9D7961-DFF7-C5E2-8BC9-8BB304E0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26DFC1-04FA-0EDD-E01E-2ABBFC47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6BC1-9107-45BC-A414-86196E7861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265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11FA3-85EA-9E57-0EFF-A3BFABCD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C0611-27F4-BF5E-D175-274A3B22C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5AA1-8C03-45EF-8300-A5D7925D5F0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5ED76FB-9919-309C-49BA-F4B25148F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9B534C-6FD3-4E96-F463-116AD759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6BC1-9107-45BC-A414-86196E7861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18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1C8F8C-9356-5591-595A-BA4D2FDC5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5AA1-8C03-45EF-8300-A5D7925D5F0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DA8C4A6-6ED6-8E61-E9D8-7E2005E8B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EFA363-C7C9-6F54-8797-F2508C1CE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6BC1-9107-45BC-A414-86196E7861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716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9706F3-F02C-101F-0F7F-A70749870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7A8741-428C-9B44-AABF-E141BCAC6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987730-55D4-BED7-DA7C-951844F40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3D529A-09FC-D860-2267-8230EF982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5AA1-8C03-45EF-8300-A5D7925D5F0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603693-6260-7222-5932-6E4A21298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7FBE6D-81CC-2A78-1446-17A5B25B5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6BC1-9107-45BC-A414-86196E7861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362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CB7945-5563-3098-A625-8C85A4B6F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A51B39-2964-3363-4F23-94E9E9154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EA035F-5878-94A5-2D0E-48E7E3BD9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235343-160D-5A6A-BA73-9E4545D8C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5AA1-8C03-45EF-8300-A5D7925D5F0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FACA34-E48D-A3D0-19E7-7BB364A85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FC5FE3-3AAB-4F08-F697-DD4544A84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6BC1-9107-45BC-A414-86196E7861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16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EE44D-722C-0A01-3442-F5AB8742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462DA4-4EAF-C023-AA43-F15BE45E1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E3B5D-FAC9-DC4C-FE59-319439126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5AA1-8C03-45EF-8300-A5D7925D5F0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E9BA8F-F053-90F8-0B1A-BC68FEAD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1D8958-8563-E251-FB3E-FFE71DDC2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6BC1-9107-45BC-A414-86196E7861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903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61CDE9-B5BB-0EAC-218C-151569DE20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D899E3-833F-6443-ED3F-0D938C700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CBA910-CC9C-0804-FCCF-8F4E4D121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85AA1-8C03-45EF-8300-A5D7925D5F0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D69F3A-9858-D77B-398A-53D4D2CD6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3340EC-1EBC-02B5-3580-997438E8D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46BC1-9107-45BC-A414-86196E7861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161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5A2388-C4A3-F41B-964D-9BCEB999B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CA7DAE-051A-EB65-606D-CD2880996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1C0558-30A8-8B85-9209-0D1011E10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685AA1-8C03-45EF-8300-A5D7925D5F05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83CF8B-70B8-CD6D-E9E7-F2A1A14DA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3C2DBA-16C9-0A13-D17F-2933799B9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46BC1-9107-45BC-A414-86196E7861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596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EA268-9F94-50F2-1AB7-293B322CC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7AEBB0-1ED4-FA30-2EFE-074D5FA8C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242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2026-03-06T04:52:49Z</dcterms:created>
  <dcterms:modified xsi:type="dcterms:W3CDTF">2026-03-06T04:53:53Z</dcterms:modified>
</cp:coreProperties>
</file>