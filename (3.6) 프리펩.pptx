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B1E4A5-C5DD-4FE2-A907-C0C52A2D94FE}" v="63" dt="2026-03-06T06:26:00.0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3-06T06:26:05.480" v="8061" actId="20577"/>
      <pc:docMkLst>
        <pc:docMk/>
      </pc:docMkLst>
      <pc:sldChg chg="new del">
        <pc:chgData name="musukie52@gmail.com" userId="017bd91f96aa8751" providerId="LiveId" clId="{5B2C3894-F97E-4CAB-8812-5BB4D83AAC6A}" dt="2026-03-06T04:53:47.739" v="2" actId="47"/>
        <pc:sldMkLst>
          <pc:docMk/>
          <pc:sldMk cId="1498838948" sldId="256"/>
        </pc:sldMkLst>
      </pc:sldChg>
      <pc:sldChg chg="addSp modSp new mod">
        <pc:chgData name="musukie52@gmail.com" userId="017bd91f96aa8751" providerId="LiveId" clId="{5B2C3894-F97E-4CAB-8812-5BB4D83AAC6A}" dt="2026-03-06T05:51:38.559" v="3679" actId="20577"/>
        <pc:sldMkLst>
          <pc:docMk/>
          <pc:sldMk cId="850242358" sldId="257"/>
        </pc:sldMkLst>
        <pc:spChg chg="mod">
          <ac:chgData name="musukie52@gmail.com" userId="017bd91f96aa8751" providerId="LiveId" clId="{5B2C3894-F97E-4CAB-8812-5BB4D83AAC6A}" dt="2026-03-06T05:17:26.626" v="81" actId="20577"/>
          <ac:spMkLst>
            <pc:docMk/>
            <pc:sldMk cId="850242358" sldId="257"/>
            <ac:spMk id="2" creationId="{260EA268-9F94-50F2-1AB7-293B322CC912}"/>
          </ac:spMkLst>
        </pc:spChg>
        <pc:spChg chg="mod">
          <ac:chgData name="musukie52@gmail.com" userId="017bd91f96aa8751" providerId="LiveId" clId="{5B2C3894-F97E-4CAB-8812-5BB4D83AAC6A}" dt="2026-03-06T05:51:01.102" v="3459" actId="14100"/>
          <ac:spMkLst>
            <pc:docMk/>
            <pc:sldMk cId="850242358" sldId="257"/>
            <ac:spMk id="3" creationId="{E67AEBB0-1ED4-FA30-2EFE-074D5FA8CB7F}"/>
          </ac:spMkLst>
        </pc:spChg>
        <pc:spChg chg="add mod">
          <ac:chgData name="musukie52@gmail.com" userId="017bd91f96aa8751" providerId="LiveId" clId="{5B2C3894-F97E-4CAB-8812-5BB4D83AAC6A}" dt="2026-03-06T05:50:55.819" v="3458" actId="20577"/>
          <ac:spMkLst>
            <pc:docMk/>
            <pc:sldMk cId="850242358" sldId="257"/>
            <ac:spMk id="4" creationId="{FA52AAAC-0260-6B5F-96A4-13BCA931000D}"/>
          </ac:spMkLst>
        </pc:spChg>
        <pc:spChg chg="add mod">
          <ac:chgData name="musukie52@gmail.com" userId="017bd91f96aa8751" providerId="LiveId" clId="{5B2C3894-F97E-4CAB-8812-5BB4D83AAC6A}" dt="2026-03-06T05:51:38.559" v="3679" actId="20577"/>
          <ac:spMkLst>
            <pc:docMk/>
            <pc:sldMk cId="850242358" sldId="257"/>
            <ac:spMk id="5" creationId="{81B607D6-3AAF-6960-9D9F-D0CA6F0577B6}"/>
          </ac:spMkLst>
        </pc:spChg>
      </pc:sldChg>
      <pc:sldChg chg="modSp new mod">
        <pc:chgData name="musukie52@gmail.com" userId="017bd91f96aa8751" providerId="LiveId" clId="{5B2C3894-F97E-4CAB-8812-5BB4D83AAC6A}" dt="2026-03-06T05:36:27.659" v="1818" actId="20577"/>
        <pc:sldMkLst>
          <pc:docMk/>
          <pc:sldMk cId="2981630723" sldId="258"/>
        </pc:sldMkLst>
        <pc:spChg chg="mod">
          <ac:chgData name="musukie52@gmail.com" userId="017bd91f96aa8751" providerId="LiveId" clId="{5B2C3894-F97E-4CAB-8812-5BB4D83AAC6A}" dt="2026-03-06T05:27:56.251" v="347" actId="20577"/>
          <ac:spMkLst>
            <pc:docMk/>
            <pc:sldMk cId="2981630723" sldId="258"/>
            <ac:spMk id="2" creationId="{3A0DD556-6D1F-B217-6D4E-0E3106444940}"/>
          </ac:spMkLst>
        </pc:spChg>
        <pc:spChg chg="mod">
          <ac:chgData name="musukie52@gmail.com" userId="017bd91f96aa8751" providerId="LiveId" clId="{5B2C3894-F97E-4CAB-8812-5BB4D83AAC6A}" dt="2026-03-06T05:36:27.659" v="1818" actId="20577"/>
          <ac:spMkLst>
            <pc:docMk/>
            <pc:sldMk cId="2981630723" sldId="258"/>
            <ac:spMk id="3" creationId="{37DFC9F1-F6D2-9916-8C6E-8B0A5AD6BB7A}"/>
          </ac:spMkLst>
        </pc:spChg>
      </pc:sldChg>
      <pc:sldChg chg="modSp new mod">
        <pc:chgData name="musukie52@gmail.com" userId="017bd91f96aa8751" providerId="LiveId" clId="{5B2C3894-F97E-4CAB-8812-5BB4D83AAC6A}" dt="2026-03-06T05:36:03.062" v="1796" actId="20577"/>
        <pc:sldMkLst>
          <pc:docMk/>
          <pc:sldMk cId="1955580070" sldId="259"/>
        </pc:sldMkLst>
        <pc:spChg chg="mod">
          <ac:chgData name="musukie52@gmail.com" userId="017bd91f96aa8751" providerId="LiveId" clId="{5B2C3894-F97E-4CAB-8812-5BB4D83AAC6A}" dt="2026-03-06T05:32:53.586" v="1238" actId="20577"/>
          <ac:spMkLst>
            <pc:docMk/>
            <pc:sldMk cId="1955580070" sldId="259"/>
            <ac:spMk id="2" creationId="{8EF094E1-7868-478D-30C0-7760572E1A73}"/>
          </ac:spMkLst>
        </pc:spChg>
        <pc:spChg chg="mod">
          <ac:chgData name="musukie52@gmail.com" userId="017bd91f96aa8751" providerId="LiveId" clId="{5B2C3894-F97E-4CAB-8812-5BB4D83AAC6A}" dt="2026-03-06T05:36:03.062" v="1796" actId="20577"/>
          <ac:spMkLst>
            <pc:docMk/>
            <pc:sldMk cId="1955580070" sldId="259"/>
            <ac:spMk id="3" creationId="{CBE2A73A-37CB-05FF-D329-490AADDD59F4}"/>
          </ac:spMkLst>
        </pc:spChg>
      </pc:sldChg>
      <pc:sldChg chg="modSp new mod">
        <pc:chgData name="musukie52@gmail.com" userId="017bd91f96aa8751" providerId="LiveId" clId="{5B2C3894-F97E-4CAB-8812-5BB4D83AAC6A}" dt="2026-03-06T05:50:30.237" v="3445" actId="20577"/>
        <pc:sldMkLst>
          <pc:docMk/>
          <pc:sldMk cId="2089986495" sldId="260"/>
        </pc:sldMkLst>
        <pc:spChg chg="mod">
          <ac:chgData name="musukie52@gmail.com" userId="017bd91f96aa8751" providerId="LiveId" clId="{5B2C3894-F97E-4CAB-8812-5BB4D83AAC6A}" dt="2026-03-06T05:40:49.052" v="1870" actId="20577"/>
          <ac:spMkLst>
            <pc:docMk/>
            <pc:sldMk cId="2089986495" sldId="260"/>
            <ac:spMk id="2" creationId="{F2316944-20F9-53E3-AFCE-C892274AB6C8}"/>
          </ac:spMkLst>
        </pc:spChg>
        <pc:spChg chg="mod">
          <ac:chgData name="musukie52@gmail.com" userId="017bd91f96aa8751" providerId="LiveId" clId="{5B2C3894-F97E-4CAB-8812-5BB4D83AAC6A}" dt="2026-03-06T05:50:30.237" v="3445" actId="20577"/>
          <ac:spMkLst>
            <pc:docMk/>
            <pc:sldMk cId="2089986495" sldId="260"/>
            <ac:spMk id="3" creationId="{9623A604-AE2D-6B2C-B521-5A7F280DF799}"/>
          </ac:spMkLst>
        </pc:spChg>
      </pc:sldChg>
      <pc:sldChg chg="modSp new mod">
        <pc:chgData name="musukie52@gmail.com" userId="017bd91f96aa8751" providerId="LiveId" clId="{5B2C3894-F97E-4CAB-8812-5BB4D83AAC6A}" dt="2026-03-06T05:54:29.572" v="4341" actId="20577"/>
        <pc:sldMkLst>
          <pc:docMk/>
          <pc:sldMk cId="1398924051" sldId="261"/>
        </pc:sldMkLst>
        <pc:spChg chg="mod">
          <ac:chgData name="musukie52@gmail.com" userId="017bd91f96aa8751" providerId="LiveId" clId="{5B2C3894-F97E-4CAB-8812-5BB4D83AAC6A}" dt="2026-03-06T05:52:16.994" v="3705" actId="20577"/>
          <ac:spMkLst>
            <pc:docMk/>
            <pc:sldMk cId="1398924051" sldId="261"/>
            <ac:spMk id="2" creationId="{44DB9A97-90B0-AE13-65D6-E37B3ADD7A68}"/>
          </ac:spMkLst>
        </pc:spChg>
        <pc:spChg chg="mod">
          <ac:chgData name="musukie52@gmail.com" userId="017bd91f96aa8751" providerId="LiveId" clId="{5B2C3894-F97E-4CAB-8812-5BB4D83AAC6A}" dt="2026-03-06T05:54:29.572" v="4341" actId="20577"/>
          <ac:spMkLst>
            <pc:docMk/>
            <pc:sldMk cId="1398924051" sldId="261"/>
            <ac:spMk id="3" creationId="{B4407594-6D22-3AEE-188C-1645176B7FF3}"/>
          </ac:spMkLst>
        </pc:spChg>
      </pc:sldChg>
      <pc:sldChg chg="modSp new mod">
        <pc:chgData name="musukie52@gmail.com" userId="017bd91f96aa8751" providerId="LiveId" clId="{5B2C3894-F97E-4CAB-8812-5BB4D83AAC6A}" dt="2026-03-06T05:56:43.551" v="5006" actId="5793"/>
        <pc:sldMkLst>
          <pc:docMk/>
          <pc:sldMk cId="3596129955" sldId="262"/>
        </pc:sldMkLst>
        <pc:spChg chg="mod">
          <ac:chgData name="musukie52@gmail.com" userId="017bd91f96aa8751" providerId="LiveId" clId="{5B2C3894-F97E-4CAB-8812-5BB4D83AAC6A}" dt="2026-03-06T05:54:42.618" v="4389" actId="20577"/>
          <ac:spMkLst>
            <pc:docMk/>
            <pc:sldMk cId="3596129955" sldId="262"/>
            <ac:spMk id="2" creationId="{30ABF29C-6B14-64C5-E35C-D6269D66E9F0}"/>
          </ac:spMkLst>
        </pc:spChg>
        <pc:spChg chg="mod">
          <ac:chgData name="musukie52@gmail.com" userId="017bd91f96aa8751" providerId="LiveId" clId="{5B2C3894-F97E-4CAB-8812-5BB4D83AAC6A}" dt="2026-03-06T05:56:43.551" v="5006" actId="5793"/>
          <ac:spMkLst>
            <pc:docMk/>
            <pc:sldMk cId="3596129955" sldId="262"/>
            <ac:spMk id="3" creationId="{EFED090A-EB0D-78CC-ADBA-2EDC9FCE8F90}"/>
          </ac:spMkLst>
        </pc:spChg>
      </pc:sldChg>
      <pc:sldChg chg="modSp new mod">
        <pc:chgData name="musukie52@gmail.com" userId="017bd91f96aa8751" providerId="LiveId" clId="{5B2C3894-F97E-4CAB-8812-5BB4D83AAC6A}" dt="2026-03-06T05:57:56.907" v="5263" actId="20577"/>
        <pc:sldMkLst>
          <pc:docMk/>
          <pc:sldMk cId="3646362785" sldId="263"/>
        </pc:sldMkLst>
        <pc:spChg chg="mod">
          <ac:chgData name="musukie52@gmail.com" userId="017bd91f96aa8751" providerId="LiveId" clId="{5B2C3894-F97E-4CAB-8812-5BB4D83AAC6A}" dt="2026-03-06T05:57:05.911" v="5028" actId="20577"/>
          <ac:spMkLst>
            <pc:docMk/>
            <pc:sldMk cId="3646362785" sldId="263"/>
            <ac:spMk id="2" creationId="{08850BF9-D6A2-0952-1D95-FFAFBFCFA4E7}"/>
          </ac:spMkLst>
        </pc:spChg>
        <pc:spChg chg="mod">
          <ac:chgData name="musukie52@gmail.com" userId="017bd91f96aa8751" providerId="LiveId" clId="{5B2C3894-F97E-4CAB-8812-5BB4D83AAC6A}" dt="2026-03-06T05:57:56.907" v="5263" actId="20577"/>
          <ac:spMkLst>
            <pc:docMk/>
            <pc:sldMk cId="3646362785" sldId="263"/>
            <ac:spMk id="3" creationId="{A84B518F-0111-D807-BBEB-E7BBF694ABB2}"/>
          </ac:spMkLst>
        </pc:spChg>
      </pc:sldChg>
      <pc:sldChg chg="modSp new mod">
        <pc:chgData name="musukie52@gmail.com" userId="017bd91f96aa8751" providerId="LiveId" clId="{5B2C3894-F97E-4CAB-8812-5BB4D83AAC6A}" dt="2026-03-06T06:12:18.468" v="6744" actId="20577"/>
        <pc:sldMkLst>
          <pc:docMk/>
          <pc:sldMk cId="273460658" sldId="264"/>
        </pc:sldMkLst>
        <pc:spChg chg="mod">
          <ac:chgData name="musukie52@gmail.com" userId="017bd91f96aa8751" providerId="LiveId" clId="{5B2C3894-F97E-4CAB-8812-5BB4D83AAC6A}" dt="2026-03-06T06:02:51.659" v="5294" actId="20577"/>
          <ac:spMkLst>
            <pc:docMk/>
            <pc:sldMk cId="273460658" sldId="264"/>
            <ac:spMk id="2" creationId="{A994B7AF-0E63-2A80-4C8A-63AE88D262F4}"/>
          </ac:spMkLst>
        </pc:spChg>
        <pc:spChg chg="mod">
          <ac:chgData name="musukie52@gmail.com" userId="017bd91f96aa8751" providerId="LiveId" clId="{5B2C3894-F97E-4CAB-8812-5BB4D83AAC6A}" dt="2026-03-06T06:12:18.468" v="6744" actId="20577"/>
          <ac:spMkLst>
            <pc:docMk/>
            <pc:sldMk cId="273460658" sldId="264"/>
            <ac:spMk id="3" creationId="{7449A69F-2474-F26B-8FD0-CF76F68B2AB1}"/>
          </ac:spMkLst>
        </pc:spChg>
      </pc:sldChg>
      <pc:sldChg chg="modSp new mod">
        <pc:chgData name="musukie52@gmail.com" userId="017bd91f96aa8751" providerId="LiveId" clId="{5B2C3894-F97E-4CAB-8812-5BB4D83AAC6A}" dt="2026-03-06T06:16:52.746" v="7512" actId="113"/>
        <pc:sldMkLst>
          <pc:docMk/>
          <pc:sldMk cId="3613664226" sldId="265"/>
        </pc:sldMkLst>
        <pc:spChg chg="mod">
          <ac:chgData name="musukie52@gmail.com" userId="017bd91f96aa8751" providerId="LiveId" clId="{5B2C3894-F97E-4CAB-8812-5BB4D83AAC6A}" dt="2026-03-06T06:16:52.746" v="7512" actId="113"/>
          <ac:spMkLst>
            <pc:docMk/>
            <pc:sldMk cId="3613664226" sldId="265"/>
            <ac:spMk id="2" creationId="{569D7B29-B37B-3E2D-D415-976F1138F5DD}"/>
          </ac:spMkLst>
        </pc:spChg>
        <pc:spChg chg="mod">
          <ac:chgData name="musukie52@gmail.com" userId="017bd91f96aa8751" providerId="LiveId" clId="{5B2C3894-F97E-4CAB-8812-5BB4D83AAC6A}" dt="2026-03-06T06:16:08.810" v="7445" actId="27636"/>
          <ac:spMkLst>
            <pc:docMk/>
            <pc:sldMk cId="3613664226" sldId="265"/>
            <ac:spMk id="3" creationId="{3E951AF2-933E-B98D-E4FD-8FDEF142CC3C}"/>
          </ac:spMkLst>
        </pc:spChg>
      </pc:sldChg>
      <pc:sldChg chg="modSp new mod">
        <pc:chgData name="musukie52@gmail.com" userId="017bd91f96aa8751" providerId="LiveId" clId="{5B2C3894-F97E-4CAB-8812-5BB4D83AAC6A}" dt="2026-03-06T06:26:05.480" v="8061" actId="20577"/>
        <pc:sldMkLst>
          <pc:docMk/>
          <pc:sldMk cId="172995389" sldId="266"/>
        </pc:sldMkLst>
        <pc:spChg chg="mod">
          <ac:chgData name="musukie52@gmail.com" userId="017bd91f96aa8751" providerId="LiveId" clId="{5B2C3894-F97E-4CAB-8812-5BB4D83AAC6A}" dt="2026-03-06T06:16:45.087" v="7507" actId="404"/>
          <ac:spMkLst>
            <pc:docMk/>
            <pc:sldMk cId="172995389" sldId="266"/>
            <ac:spMk id="2" creationId="{5727EB39-C367-0974-4015-7C899BCE803C}"/>
          </ac:spMkLst>
        </pc:spChg>
        <pc:spChg chg="mod">
          <ac:chgData name="musukie52@gmail.com" userId="017bd91f96aa8751" providerId="LiveId" clId="{5B2C3894-F97E-4CAB-8812-5BB4D83AAC6A}" dt="2026-03-06T06:26:05.480" v="8061" actId="20577"/>
          <ac:spMkLst>
            <pc:docMk/>
            <pc:sldMk cId="172995389" sldId="266"/>
            <ac:spMk id="3" creationId="{7C967B42-FB7B-7579-DF07-BF0E3F30BF4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B562B1-A51E-F1E9-8209-D0184B96EF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7EAC7F-863B-80E2-5C98-3AED974EEE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1B65FB-EC98-4960-7584-9DDE0D52A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B61C9A-13AF-0125-06D9-43B5A0D68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8A0D8B-6E80-6AA2-09A6-48CCF5B53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3843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BE008-51D7-09E8-F22D-95BBA9737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932A80-AA1E-82E2-4006-AF43BF6AA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21E36-DFC8-33D4-23E7-B1CF14A2A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83848-E8C6-8F89-08CE-F27D3D12E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8E0797-831A-F21E-14A4-2615407DD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0830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43843-C298-11C9-3144-74D5CC05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0A9FC1-BF10-22D3-22E8-D599E7544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05E30E-9E0D-7EDE-BD3C-DFFE8E6F2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97F672-5B1E-6155-DD2B-CC1BA308E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0766B6-47B3-B131-24D6-8FA23EEC2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511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0C12C-05D3-092D-4356-55D2C328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6DFBCE-995A-78A1-3B27-3D647DF749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27CC75-043B-D39D-AB7F-454446F13E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39AFBB-AA25-65B2-2EB9-35BB06AF6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C4573E-634E-6C6B-4F15-864C5BBFB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CDC285-BE20-FF97-CBA3-555F08406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314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406919-5CB3-B628-B3B3-225E699FD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FF9E90-B407-C31C-74CF-B841DC35B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A8F424-E09C-E8B9-4305-CB5A56084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14C6B5-1967-BBD2-4546-E6D2C2A70B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7D3FB1-BE6D-60CB-6932-460DB87655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CE8433E-90FF-210F-518A-2B78203F3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19D7961-DFF7-C5E2-8BC9-8BB304E02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B26DFC1-04FA-0EDD-E01E-2ABBFC47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265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11FA3-85EA-9E57-0EFF-A3BFABCD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C0611-27F4-BF5E-D175-274A3B22C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5ED76FB-9919-309C-49BA-F4B25148F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9B534C-6FD3-4E96-F463-116AD759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9182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C1C8F8C-9356-5591-595A-BA4D2FDC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DA8C4A6-6ED6-8E61-E9D8-7E2005E8B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FA363-C7C9-6F54-8797-F2508C1CE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716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706F3-F02C-101F-0F7F-A70749870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7A8741-428C-9B44-AABF-E141BCAC6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987730-55D4-BED7-DA7C-951844F40F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3D529A-09FC-D860-2267-8230EF982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603693-6260-7222-5932-6E4A21298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7FBE6D-81CC-2A78-1446-17A5B25B5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362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CB7945-5563-3098-A625-8C85A4B6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0A51B39-2964-3363-4F23-94E9E9154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EEA035F-5878-94A5-2D0E-48E7E3BD9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235343-160D-5A6A-BA73-9E4545D8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FACA34-E48D-A3D0-19E7-7BB364A8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FC5FE3-3AAB-4F08-F697-DD4544A84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167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EE44D-722C-0A01-3442-F5AB87424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462DA4-4EAF-C023-AA43-F15BE45E1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E3B5D-FAC9-DC4C-FE59-319439126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E9BA8F-F053-90F8-0B1A-BC68FEAD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1D8958-8563-E251-FB3E-FFE71DDC2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903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61CDE9-B5BB-0EAC-218C-151569DE20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D899E3-833F-6443-ED3F-0D938C700E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CBA910-CC9C-0804-FCCF-8F4E4D121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69F3A-9858-D77B-398A-53D4D2CD6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3340EC-1EBC-02B5-3580-997438E8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716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35A2388-C4A3-F41B-964D-9BCEB999B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CA7DAE-051A-EB65-606D-CD2880996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1C0558-30A8-8B85-9209-0D1011E108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685AA1-8C03-45EF-8300-A5D7925D5F05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83CF8B-70B8-CD6D-E9E7-F2A1A14DA4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3C2DBA-16C9-0A13-D17F-2933799B9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46BC1-9107-45BC-A414-86196E7861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3596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EA268-9F94-50F2-1AB7-293B322CC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유리같은</a:t>
            </a:r>
            <a:r>
              <a:rPr lang="ko-KR" altLang="en-US" dirty="0"/>
              <a:t> </a:t>
            </a:r>
            <a:r>
              <a:rPr lang="en-US" altLang="ko-KR" dirty="0"/>
              <a:t>Material</a:t>
            </a:r>
            <a:r>
              <a:rPr lang="ko-KR" altLang="en-US" dirty="0"/>
              <a:t>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7AEBB0-1ED4-FA30-2EFE-074D5FA8C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altLang="ko-KR" dirty="0"/>
              <a:t>Surface Inputs </a:t>
            </a:r>
            <a:r>
              <a:rPr lang="ko-KR" altLang="en-US" dirty="0" err="1"/>
              <a:t>인스펙터에서</a:t>
            </a:r>
            <a:r>
              <a:rPr lang="ko-KR" altLang="en-US" dirty="0"/>
              <a:t> </a:t>
            </a:r>
            <a:r>
              <a:rPr lang="en-US" altLang="ko-KR" dirty="0" err="1"/>
              <a:t>Emmission</a:t>
            </a:r>
            <a:r>
              <a:rPr lang="ko-KR" altLang="en-US" dirty="0"/>
              <a:t>을 활성화하고 거기서 </a:t>
            </a:r>
            <a:r>
              <a:rPr lang="en-US" altLang="ko-KR" dirty="0"/>
              <a:t>HDR Color</a:t>
            </a:r>
            <a:r>
              <a:rPr lang="ko-KR" altLang="en-US" dirty="0"/>
              <a:t>로 색을 설정하기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빛나는 </a:t>
            </a:r>
            <a:r>
              <a:rPr lang="ko-KR" altLang="en-US" dirty="0" err="1"/>
              <a:t>창문같은</a:t>
            </a:r>
            <a:r>
              <a:rPr lang="ko-KR" altLang="en-US" dirty="0"/>
              <a:t> </a:t>
            </a:r>
            <a:r>
              <a:rPr lang="en-US" altLang="ko-KR" dirty="0"/>
              <a:t>Material</a:t>
            </a:r>
            <a:r>
              <a:rPr lang="ko-KR" altLang="en-US" dirty="0"/>
              <a:t>을 만들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A52AAAC-0260-6B5F-96A4-13BCA931000D}"/>
              </a:ext>
            </a:extLst>
          </p:cNvPr>
          <p:cNvSpPr txBox="1">
            <a:spLocks/>
          </p:cNvSpPr>
          <p:nvPr/>
        </p:nvSpPr>
        <p:spPr>
          <a:xfrm>
            <a:off x="838200" y="355790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Auto Save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1B607D6-3AAF-6960-9D9F-D0CA6F0577B6}"/>
              </a:ext>
            </a:extLst>
          </p:cNvPr>
          <p:cNvSpPr txBox="1">
            <a:spLocks/>
          </p:cNvSpPr>
          <p:nvPr/>
        </p:nvSpPr>
        <p:spPr>
          <a:xfrm>
            <a:off x="838200" y="4709795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프로젝트 규모가 커지면 매 순간 저장을 시도하므로 </a:t>
            </a:r>
            <a:r>
              <a:rPr lang="ko-KR" altLang="en-US" dirty="0" err="1"/>
              <a:t>렉이</a:t>
            </a:r>
            <a:r>
              <a:rPr lang="ko-KR" altLang="en-US" dirty="0"/>
              <a:t> 걸릴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</a:t>
            </a:r>
            <a:r>
              <a:rPr lang="en-US" altLang="ko-KR" dirty="0"/>
              <a:t>Auto Save</a:t>
            </a:r>
            <a:r>
              <a:rPr lang="ko-KR" altLang="en-US" dirty="0"/>
              <a:t>를 끄고 수동으로 저장하는 습관을 기르자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0242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0DD556-6D1F-B217-6D4E-0E3106444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오브젝트 </a:t>
            </a:r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-&gt; Light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DFC9F1-F6D2-9916-8C6E-8B0A5AD6B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Hierarchy</a:t>
            </a:r>
            <a:r>
              <a:rPr lang="ko-KR" altLang="en-US" dirty="0"/>
              <a:t>에서 </a:t>
            </a:r>
            <a:r>
              <a:rPr lang="en-US" altLang="ko-KR" dirty="0"/>
              <a:t>Directional Light</a:t>
            </a:r>
            <a:r>
              <a:rPr lang="ko-KR" altLang="en-US" dirty="0"/>
              <a:t>를 찾을 수 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인스펙터에서</a:t>
            </a:r>
            <a:r>
              <a:rPr lang="ko-KR" altLang="en-US" dirty="0"/>
              <a:t> </a:t>
            </a:r>
            <a:r>
              <a:rPr lang="en-US" altLang="ko-KR" dirty="0"/>
              <a:t>Light </a:t>
            </a:r>
            <a:r>
              <a:rPr lang="ko-KR" altLang="en-US" dirty="0"/>
              <a:t>항목을 찾을 수도 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Type : Directional, Spot, Point, Area</a:t>
            </a:r>
          </a:p>
          <a:p>
            <a:pPr lvl="1"/>
            <a:r>
              <a:rPr lang="en-US" altLang="ko-KR" dirty="0"/>
              <a:t>Mode : Realtime(</a:t>
            </a:r>
            <a:r>
              <a:rPr lang="ko-KR" altLang="en-US" dirty="0"/>
              <a:t>실시간</a:t>
            </a:r>
            <a:r>
              <a:rPr lang="en-US" altLang="ko-KR" dirty="0"/>
              <a:t>. </a:t>
            </a:r>
            <a:r>
              <a:rPr lang="ko-KR" altLang="en-US" dirty="0"/>
              <a:t>프로젝트 규모가 커지면 이걸 쓰면 </a:t>
            </a:r>
            <a:r>
              <a:rPr lang="ko-KR" altLang="en-US" dirty="0" err="1"/>
              <a:t>렉이</a:t>
            </a:r>
            <a:r>
              <a:rPr lang="ko-KR" altLang="en-US" dirty="0"/>
              <a:t> 많이 걸린다</a:t>
            </a:r>
            <a:r>
              <a:rPr lang="en-US" altLang="ko-KR" dirty="0"/>
              <a:t>.), Baked(</a:t>
            </a:r>
            <a:r>
              <a:rPr lang="ko-KR" altLang="en-US" dirty="0"/>
              <a:t>빛을 하나로 정해놓는다</a:t>
            </a:r>
            <a:r>
              <a:rPr lang="en-US" altLang="ko-KR" dirty="0"/>
              <a:t>. </a:t>
            </a:r>
            <a:r>
              <a:rPr lang="ko-KR" altLang="en-US" dirty="0"/>
              <a:t>작업할 때 이렇게 두고 작업하면 좋다</a:t>
            </a:r>
            <a:r>
              <a:rPr lang="en-US" altLang="ko-KR" dirty="0"/>
              <a:t>.), Mixed(Realtime + Baked)</a:t>
            </a:r>
          </a:p>
          <a:p>
            <a:pPr lvl="1"/>
            <a:r>
              <a:rPr lang="en-US" altLang="ko-KR" dirty="0"/>
              <a:t>Color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빛의 색상</a:t>
            </a:r>
            <a:endParaRPr lang="en-US" altLang="ko-KR" dirty="0"/>
          </a:p>
          <a:p>
            <a:pPr lvl="1"/>
            <a:r>
              <a:rPr lang="en-US" altLang="ko-KR" dirty="0"/>
              <a:t>Intensity : </a:t>
            </a:r>
            <a:r>
              <a:rPr lang="ko-KR" altLang="en-US" dirty="0"/>
              <a:t>빛의 밝기 조절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Indirect Multiplier : Baked</a:t>
            </a:r>
            <a:r>
              <a:rPr lang="ko-KR" altLang="en-US" dirty="0"/>
              <a:t>일 때만 사용 가능</a:t>
            </a:r>
            <a:r>
              <a:rPr lang="en-US" altLang="ko-KR" dirty="0"/>
              <a:t>. But Baked</a:t>
            </a:r>
            <a:r>
              <a:rPr lang="ko-KR" altLang="en-US" dirty="0"/>
              <a:t>를 사용하기 위해서 </a:t>
            </a:r>
            <a:r>
              <a:rPr lang="en-US" altLang="ko-KR" dirty="0"/>
              <a:t>Light</a:t>
            </a:r>
            <a:r>
              <a:rPr lang="ko-KR" altLang="en-US" dirty="0"/>
              <a:t> </a:t>
            </a:r>
            <a:r>
              <a:rPr lang="en-US" altLang="ko-KR" dirty="0"/>
              <a:t>Map</a:t>
            </a:r>
            <a:r>
              <a:rPr lang="ko-KR" altLang="en-US" dirty="0"/>
              <a:t>이 있어야 이 효과가 적용됨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1630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094E1-7868-478D-30C0-7760572E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Light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E2A73A-37CB-05FF-D329-490AADDD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Directional Light : </a:t>
            </a:r>
            <a:r>
              <a:rPr lang="ko-KR" altLang="en-US" dirty="0"/>
              <a:t>태양 광</a:t>
            </a:r>
            <a:r>
              <a:rPr lang="en-US" altLang="ko-KR" dirty="0"/>
              <a:t>. </a:t>
            </a:r>
            <a:r>
              <a:rPr lang="ko-KR" altLang="en-US" dirty="0"/>
              <a:t>태양의 위치에는 영향을 받지 않고</a:t>
            </a:r>
            <a:r>
              <a:rPr lang="en-US" altLang="ko-KR" dirty="0"/>
              <a:t>, </a:t>
            </a:r>
            <a:r>
              <a:rPr lang="ko-KR" altLang="en-US" dirty="0"/>
              <a:t>태양을 회전시키면 빛이 변화한다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Point Light : </a:t>
            </a:r>
            <a:r>
              <a:rPr lang="ko-KR" altLang="en-US" dirty="0"/>
              <a:t>조명</a:t>
            </a:r>
            <a:r>
              <a:rPr lang="en-US" altLang="ko-KR" dirty="0"/>
              <a:t>, </a:t>
            </a:r>
            <a:r>
              <a:rPr lang="ko-KR" altLang="en-US" dirty="0" err="1"/>
              <a:t>전구같은</a:t>
            </a:r>
            <a:r>
              <a:rPr lang="ko-KR" altLang="en-US" dirty="0"/>
              <a:t> 거라고 생각하면 됨</a:t>
            </a:r>
            <a:r>
              <a:rPr lang="en-US" altLang="ko-KR" dirty="0"/>
              <a:t>. </a:t>
            </a:r>
            <a:r>
              <a:rPr lang="ko-KR" altLang="en-US" dirty="0"/>
              <a:t>가운데를 중심으로 빛이 </a:t>
            </a:r>
            <a:r>
              <a:rPr lang="ko-KR" altLang="en-US" dirty="0" err="1"/>
              <a:t>퍼져나가는</a:t>
            </a:r>
            <a:r>
              <a:rPr lang="ko-KR" altLang="en-US" dirty="0"/>
              <a:t> 모습</a:t>
            </a:r>
            <a:r>
              <a:rPr lang="en-US" altLang="ko-KR" dirty="0"/>
              <a:t>. </a:t>
            </a:r>
            <a:r>
              <a:rPr lang="ko-KR" altLang="en-US" dirty="0"/>
              <a:t>빛의 위치에 따라 빛의 영향을 받는 위치가 달라진다</a:t>
            </a:r>
            <a:r>
              <a:rPr lang="en-US" altLang="ko-KR" dirty="0"/>
              <a:t>. Range</a:t>
            </a:r>
            <a:r>
              <a:rPr lang="ko-KR" altLang="en-US" dirty="0"/>
              <a:t>를 통해 확산되는 범위 조절 가능</a:t>
            </a:r>
            <a:endParaRPr lang="en-US" altLang="ko-KR" dirty="0"/>
          </a:p>
          <a:p>
            <a:r>
              <a:rPr lang="en-US" altLang="ko-KR" dirty="0"/>
              <a:t>Spot Light : </a:t>
            </a:r>
            <a:r>
              <a:rPr lang="ko-KR" altLang="en-US" dirty="0"/>
              <a:t>무대의 </a:t>
            </a:r>
            <a:r>
              <a:rPr lang="ko-KR" altLang="en-US" dirty="0" err="1"/>
              <a:t>스팟</a:t>
            </a:r>
            <a:r>
              <a:rPr lang="ko-KR" altLang="en-US" dirty="0"/>
              <a:t> 라이트</a:t>
            </a:r>
            <a:r>
              <a:rPr lang="en-US" altLang="ko-KR" dirty="0"/>
              <a:t>. </a:t>
            </a:r>
            <a:r>
              <a:rPr lang="ko-KR" altLang="en-US" dirty="0"/>
              <a:t>한 곳에 집중되는 조명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Area Light : Baked</a:t>
            </a:r>
            <a:r>
              <a:rPr lang="ko-KR" altLang="en-US" dirty="0"/>
              <a:t>일 때만 사용 가능</a:t>
            </a:r>
            <a:r>
              <a:rPr lang="en-US" altLang="ko-KR" dirty="0"/>
              <a:t>. </a:t>
            </a:r>
            <a:r>
              <a:rPr lang="ko-KR" altLang="en-US" dirty="0"/>
              <a:t>네모 영역에서부터 흰 선의 방향으로 빛이 </a:t>
            </a:r>
            <a:r>
              <a:rPr lang="ko-KR" altLang="en-US" dirty="0" err="1"/>
              <a:t>뻗어나간다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5580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16944-20F9-53E3-AFCE-C892274AB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Prefab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23A604-AE2D-6B2C-B521-5A7F280DF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4470"/>
            <a:ext cx="10515600" cy="5018405"/>
          </a:xfrm>
        </p:spPr>
        <p:txBody>
          <a:bodyPr>
            <a:normAutofit fontScale="85000" lnSpcReduction="10000"/>
          </a:bodyPr>
          <a:lstStyle/>
          <a:p>
            <a:r>
              <a:rPr lang="ko-KR" altLang="en-US" dirty="0" err="1"/>
              <a:t>에셋을</a:t>
            </a:r>
            <a:r>
              <a:rPr lang="ko-KR" altLang="en-US" dirty="0"/>
              <a:t> 재사용하기 위한 기능</a:t>
            </a:r>
            <a:endParaRPr lang="en-US" altLang="ko-KR" dirty="0"/>
          </a:p>
          <a:p>
            <a:r>
              <a:rPr lang="en-US" altLang="ko-KR" dirty="0"/>
              <a:t>Project </a:t>
            </a:r>
            <a:r>
              <a:rPr lang="ko-KR" altLang="en-US" dirty="0"/>
              <a:t>쪽에 있는 게 원본</a:t>
            </a:r>
            <a:r>
              <a:rPr lang="en-US" altLang="ko-KR" dirty="0"/>
              <a:t>. Hierarchy </a:t>
            </a:r>
            <a:r>
              <a:rPr lang="ko-KR" altLang="en-US" dirty="0"/>
              <a:t>쪽에 있는 건 개별적인 오브젝트</a:t>
            </a:r>
            <a:r>
              <a:rPr lang="en-US" altLang="ko-KR" dirty="0"/>
              <a:t>. </a:t>
            </a:r>
            <a:r>
              <a:rPr lang="ko-KR" altLang="en-US" dirty="0"/>
              <a:t>개별 오브젝트에서 어떤 것을 수정하면</a:t>
            </a:r>
            <a:r>
              <a:rPr lang="en-US" altLang="ko-KR" dirty="0"/>
              <a:t>, </a:t>
            </a:r>
            <a:r>
              <a:rPr lang="ko-KR" altLang="en-US" dirty="0"/>
              <a:t>그 부분의 글자는 굵게</a:t>
            </a:r>
            <a:r>
              <a:rPr lang="en-US" altLang="ko-KR" dirty="0"/>
              <a:t> </a:t>
            </a:r>
            <a:r>
              <a:rPr lang="ko-KR" altLang="en-US" dirty="0"/>
              <a:t>표시되고 </a:t>
            </a:r>
            <a:r>
              <a:rPr lang="ko-KR" altLang="en-US" dirty="0" err="1"/>
              <a:t>파랑색</a:t>
            </a:r>
            <a:r>
              <a:rPr lang="ko-KR" altLang="en-US" dirty="0"/>
              <a:t> 선이 생긴다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개별적으로 오브젝트를 수정했는데</a:t>
            </a:r>
            <a:r>
              <a:rPr lang="en-US" altLang="ko-KR" dirty="0"/>
              <a:t>, </a:t>
            </a:r>
            <a:r>
              <a:rPr lang="ko-KR" altLang="en-US" dirty="0"/>
              <a:t>이걸 모든 같은 </a:t>
            </a:r>
            <a:r>
              <a:rPr lang="ko-KR" altLang="en-US" dirty="0" err="1"/>
              <a:t>프리펩인</a:t>
            </a:r>
            <a:r>
              <a:rPr lang="ko-KR" altLang="en-US" dirty="0"/>
              <a:t> 오브젝트들에 적용하고 싶으면</a:t>
            </a:r>
            <a:r>
              <a:rPr lang="en-US" altLang="ko-KR" dirty="0"/>
              <a:t>, </a:t>
            </a:r>
            <a:r>
              <a:rPr lang="ko-KR" altLang="en-US" dirty="0"/>
              <a:t>그 변경된 값을 </a:t>
            </a:r>
            <a:r>
              <a:rPr lang="ko-KR" altLang="en-US" dirty="0" err="1"/>
              <a:t>우클릭</a:t>
            </a:r>
            <a:r>
              <a:rPr lang="ko-KR" altLang="en-US" dirty="0"/>
              <a:t> 해서 </a:t>
            </a:r>
            <a:r>
              <a:rPr lang="en-US" altLang="ko-KR" dirty="0"/>
              <a:t>“Apply to Prefab ‘</a:t>
            </a:r>
            <a:r>
              <a:rPr lang="ko-KR" altLang="en-US" dirty="0" err="1"/>
              <a:t>프리펩이름</a:t>
            </a:r>
            <a:r>
              <a:rPr lang="en-US" altLang="ko-KR" dirty="0"/>
              <a:t>’”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클릭하면 원본 </a:t>
            </a:r>
            <a:r>
              <a:rPr lang="ko-KR" altLang="en-US" dirty="0" err="1"/>
              <a:t>프리펩에도</a:t>
            </a:r>
            <a:r>
              <a:rPr lang="ko-KR" altLang="en-US" dirty="0"/>
              <a:t> 변경 사항이 저장되고</a:t>
            </a:r>
            <a:r>
              <a:rPr lang="en-US" altLang="ko-KR" dirty="0"/>
              <a:t>, </a:t>
            </a:r>
            <a:r>
              <a:rPr lang="ko-KR" altLang="en-US" dirty="0"/>
              <a:t>같은 </a:t>
            </a:r>
            <a:r>
              <a:rPr lang="ko-KR" altLang="en-US" dirty="0" err="1"/>
              <a:t>프리펩인</a:t>
            </a:r>
            <a:r>
              <a:rPr lang="ko-KR" altLang="en-US" dirty="0"/>
              <a:t> </a:t>
            </a:r>
            <a:r>
              <a:rPr lang="ko-KR" altLang="en-US" dirty="0" err="1"/>
              <a:t>오브젝트들에도</a:t>
            </a:r>
            <a:r>
              <a:rPr lang="ko-KR" altLang="en-US" dirty="0"/>
              <a:t> 모두 적용된다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 </a:t>
            </a:r>
            <a:r>
              <a:rPr lang="en-US" altLang="ko-KR" dirty="0"/>
              <a:t>Hierarchy</a:t>
            </a:r>
            <a:r>
              <a:rPr lang="ko-KR" altLang="en-US" dirty="0"/>
              <a:t>에서 개별 오브젝트를 수정 후</a:t>
            </a:r>
            <a:r>
              <a:rPr lang="en-US" altLang="ko-KR" dirty="0"/>
              <a:t>, Inspector</a:t>
            </a:r>
            <a:r>
              <a:rPr lang="ko-KR" altLang="en-US" dirty="0"/>
              <a:t>에서 </a:t>
            </a:r>
            <a:r>
              <a:rPr lang="en-US" altLang="ko-KR" dirty="0"/>
              <a:t>Overrides</a:t>
            </a:r>
            <a:r>
              <a:rPr lang="ko-KR" altLang="en-US" dirty="0"/>
              <a:t>를 클릭해서 </a:t>
            </a:r>
            <a:r>
              <a:rPr lang="en-US" altLang="ko-KR" dirty="0"/>
              <a:t>‘Apply All’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클릭하면 개별 오브젝트의 변경 사항을 원본 </a:t>
            </a:r>
            <a:r>
              <a:rPr lang="ko-KR" altLang="en-US" dirty="0" err="1"/>
              <a:t>프리펩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같은 </a:t>
            </a:r>
            <a:r>
              <a:rPr lang="ko-KR" altLang="en-US" dirty="0" err="1"/>
              <a:t>프리펩의</a:t>
            </a:r>
            <a:r>
              <a:rPr lang="ko-KR" altLang="en-US" dirty="0"/>
              <a:t> 오브젝트들 모두에 적용하게 되고</a:t>
            </a:r>
            <a:r>
              <a:rPr lang="en-US" altLang="ko-KR" dirty="0"/>
              <a:t>, ‘Revert All’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클릭하면 개별 오브젝트의 변경사항이 원본 </a:t>
            </a:r>
            <a:r>
              <a:rPr lang="ko-KR" altLang="en-US" dirty="0" err="1"/>
              <a:t>프리펩으로</a:t>
            </a:r>
            <a:r>
              <a:rPr lang="ko-KR" altLang="en-US" dirty="0"/>
              <a:t> 다시 되돌아간다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 </a:t>
            </a:r>
            <a:r>
              <a:rPr lang="en-US" altLang="ko-KR" dirty="0"/>
              <a:t>Project</a:t>
            </a:r>
            <a:r>
              <a:rPr lang="ko-KR" altLang="en-US" dirty="0"/>
              <a:t>에서 원본 </a:t>
            </a:r>
            <a:r>
              <a:rPr lang="ko-KR" altLang="en-US" dirty="0" err="1"/>
              <a:t>프리펩을</a:t>
            </a:r>
            <a:r>
              <a:rPr lang="ko-KR" altLang="en-US" dirty="0"/>
              <a:t> </a:t>
            </a:r>
            <a:r>
              <a:rPr lang="ko-KR" altLang="en-US" dirty="0" err="1"/>
              <a:t>더블클릭해서</a:t>
            </a:r>
            <a:r>
              <a:rPr lang="ko-KR" altLang="en-US" dirty="0"/>
              <a:t> 원본 </a:t>
            </a:r>
            <a:r>
              <a:rPr lang="ko-KR" altLang="en-US" dirty="0" err="1"/>
              <a:t>프리펩을</a:t>
            </a:r>
            <a:r>
              <a:rPr lang="ko-KR" altLang="en-US" dirty="0"/>
              <a:t> 편집하게 되면</a:t>
            </a:r>
            <a:r>
              <a:rPr lang="en-US" altLang="ko-KR" dirty="0"/>
              <a:t>, (Auto Save</a:t>
            </a:r>
            <a:r>
              <a:rPr lang="ko-KR" altLang="en-US" dirty="0"/>
              <a:t>가 켜진 경우에는 실시간으로</a:t>
            </a:r>
            <a:r>
              <a:rPr lang="en-US" altLang="ko-KR" dirty="0"/>
              <a:t>) </a:t>
            </a:r>
            <a:r>
              <a:rPr lang="ko-KR" altLang="en-US" dirty="0"/>
              <a:t>저장하면 바로 변경 사항이 모든 오브젝트들에 적용된다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9986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DB9A97-90B0-AE13-65D6-E37B3ADD7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Prefab </a:t>
            </a:r>
            <a:r>
              <a:rPr lang="ko-KR" altLang="en-US" dirty="0"/>
              <a:t>연결 끊기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407594-6D22-3AEE-188C-1645176B7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Prefab </a:t>
            </a:r>
            <a:r>
              <a:rPr lang="ko-KR" altLang="en-US" dirty="0"/>
              <a:t>연결을 끊고 싶은 오브젝트 </a:t>
            </a:r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-&gt; Unpack</a:t>
            </a:r>
          </a:p>
          <a:p>
            <a:r>
              <a:rPr lang="ko-KR" altLang="en-US" dirty="0"/>
              <a:t>연결을 끊게 되면</a:t>
            </a:r>
            <a:r>
              <a:rPr lang="en-US" altLang="ko-KR" dirty="0"/>
              <a:t>, </a:t>
            </a:r>
            <a:r>
              <a:rPr lang="ko-KR" altLang="en-US" dirty="0"/>
              <a:t>해당 오브젝트는 독립적인 오브젝트가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이제 원본 </a:t>
            </a:r>
            <a:r>
              <a:rPr lang="en-US" altLang="ko-KR" dirty="0"/>
              <a:t>prefab</a:t>
            </a:r>
            <a:r>
              <a:rPr lang="ko-KR" altLang="en-US" dirty="0"/>
              <a:t>을 수정해도</a:t>
            </a:r>
            <a:r>
              <a:rPr lang="en-US" altLang="ko-KR" dirty="0"/>
              <a:t>, </a:t>
            </a:r>
            <a:r>
              <a:rPr lang="ko-KR" altLang="en-US" dirty="0"/>
              <a:t>연결을 끊은 오브젝트는 그 수정사항이 반영되지 않게 되는 것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주의 </a:t>
            </a:r>
            <a:r>
              <a:rPr lang="en-US" altLang="ko-KR" dirty="0"/>
              <a:t>! : </a:t>
            </a:r>
            <a:r>
              <a:rPr lang="ko-KR" altLang="en-US" dirty="0"/>
              <a:t>한 번 </a:t>
            </a:r>
            <a:r>
              <a:rPr lang="en-US" altLang="ko-KR" dirty="0"/>
              <a:t>Unpack</a:t>
            </a:r>
            <a:r>
              <a:rPr lang="ko-KR" altLang="en-US" dirty="0"/>
              <a:t>을 하게 되면</a:t>
            </a:r>
            <a:r>
              <a:rPr lang="en-US" altLang="ko-KR" dirty="0"/>
              <a:t>, </a:t>
            </a:r>
            <a:r>
              <a:rPr lang="ko-KR" altLang="en-US" dirty="0"/>
              <a:t>다시 </a:t>
            </a:r>
            <a:r>
              <a:rPr lang="en-US" altLang="ko-KR" dirty="0"/>
              <a:t>Prefab</a:t>
            </a:r>
            <a:r>
              <a:rPr lang="ko-KR" altLang="en-US" dirty="0"/>
              <a:t>에 연결할 수 없다</a:t>
            </a:r>
            <a:r>
              <a:rPr lang="en-US" altLang="ko-KR" dirty="0"/>
              <a:t>.(</a:t>
            </a:r>
            <a:r>
              <a:rPr lang="ko-KR" altLang="en-US" dirty="0"/>
              <a:t>원본 </a:t>
            </a:r>
            <a:r>
              <a:rPr lang="en-US" altLang="ko-KR" dirty="0" err="1"/>
              <a:t>prefa</a:t>
            </a:r>
            <a:r>
              <a:rPr lang="ko-KR" altLang="en-US" dirty="0"/>
              <a:t>을 참조할 수 없다</a:t>
            </a:r>
            <a:r>
              <a:rPr lang="en-US" altLang="ko-KR" dirty="0"/>
              <a:t>.)</a:t>
            </a:r>
            <a:br>
              <a:rPr lang="en-US" altLang="ko-KR" dirty="0"/>
            </a:br>
            <a:r>
              <a:rPr lang="ko-KR" altLang="en-US" dirty="0"/>
              <a:t>따라서 </a:t>
            </a:r>
            <a:r>
              <a:rPr lang="en-US" altLang="ko-KR" dirty="0"/>
              <a:t>Unpack</a:t>
            </a:r>
            <a:r>
              <a:rPr lang="ko-KR" altLang="en-US" dirty="0"/>
              <a:t>할 때는 조심해야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8924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ABF29C-6B14-64C5-E35C-D6269D66E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원본 </a:t>
            </a:r>
            <a:r>
              <a:rPr lang="en-US" altLang="ko-KR" dirty="0"/>
              <a:t>Prefab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제거하는 경우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ED090A-EB0D-78CC-ADBA-2EDC9FCE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그러면 참조하던 모든 오브젝트들이 모두 붉은 색 글자로 표시된다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원본 </a:t>
            </a:r>
            <a:r>
              <a:rPr lang="en-US" altLang="ko-KR" dirty="0"/>
              <a:t>prefab</a:t>
            </a:r>
            <a:r>
              <a:rPr lang="ko-KR" altLang="en-US" dirty="0"/>
              <a:t>이 사라져서 참조할 수 없는 상태</a:t>
            </a:r>
            <a:r>
              <a:rPr lang="en-US" altLang="ko-KR" dirty="0"/>
              <a:t>(Missing)</a:t>
            </a:r>
            <a:r>
              <a:rPr lang="ko-KR" altLang="en-US" dirty="0"/>
              <a:t>를 의미한다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이럴 경우</a:t>
            </a:r>
            <a:r>
              <a:rPr lang="en-US" altLang="ko-KR" dirty="0"/>
              <a:t>, </a:t>
            </a:r>
            <a:r>
              <a:rPr lang="ko-KR" altLang="en-US" dirty="0"/>
              <a:t>원본 </a:t>
            </a:r>
            <a:r>
              <a:rPr lang="en-US" altLang="ko-KR" dirty="0"/>
              <a:t>prefab</a:t>
            </a:r>
            <a:r>
              <a:rPr lang="ko-KR" altLang="en-US" dirty="0"/>
              <a:t>을 찾지 못하면 사용할 수 없게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이럴 때는 그 오브젝트를 </a:t>
            </a:r>
            <a:r>
              <a:rPr lang="en-US" altLang="ko-KR" dirty="0"/>
              <a:t>Project</a:t>
            </a:r>
            <a:r>
              <a:rPr lang="ko-KR" altLang="en-US" dirty="0"/>
              <a:t>로 드래그해서 새로운 </a:t>
            </a:r>
            <a:r>
              <a:rPr lang="en-US" altLang="ko-KR" dirty="0"/>
              <a:t>Prefab</a:t>
            </a:r>
            <a:r>
              <a:rPr lang="ko-KR" altLang="en-US" dirty="0"/>
              <a:t>으로 만들어주면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그러나 가장 좋은 방법은 버전 관리를 통해 원본 </a:t>
            </a:r>
            <a:r>
              <a:rPr lang="en-US" altLang="ko-KR" dirty="0" err="1"/>
              <a:t>prefa</a:t>
            </a:r>
            <a:r>
              <a:rPr lang="ko-KR" altLang="en-US" dirty="0"/>
              <a:t>을 찾는 것이 가장 좋다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6129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850BF9-D6A2-0952-1D95-FFAFBFCFA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Prefab</a:t>
            </a:r>
            <a:r>
              <a:rPr lang="ko-KR" altLang="en-US" dirty="0"/>
              <a:t>의 장점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B518F-0111-D807-BBEB-E7BBF694A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그냥 오브젝트들은 현재 </a:t>
            </a:r>
            <a:r>
              <a:rPr lang="ko-KR" altLang="en-US" dirty="0" err="1"/>
              <a:t>열려있는</a:t>
            </a:r>
            <a:r>
              <a:rPr lang="ko-KR" altLang="en-US" dirty="0"/>
              <a:t> </a:t>
            </a:r>
            <a:r>
              <a:rPr lang="en-US" altLang="ko-KR" dirty="0"/>
              <a:t>Scene</a:t>
            </a:r>
            <a:r>
              <a:rPr lang="ko-KR" altLang="en-US" dirty="0"/>
              <a:t>에서만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But </a:t>
            </a:r>
          </a:p>
          <a:p>
            <a:endParaRPr lang="en-US" altLang="ko-KR" dirty="0"/>
          </a:p>
          <a:p>
            <a:r>
              <a:rPr lang="en-US" altLang="ko-KR" dirty="0"/>
              <a:t>Prefab</a:t>
            </a:r>
            <a:r>
              <a:rPr lang="ko-KR" altLang="en-US" dirty="0"/>
              <a:t>은 어떤 </a:t>
            </a:r>
            <a:r>
              <a:rPr lang="en-US" altLang="ko-KR" dirty="0"/>
              <a:t>Scene</a:t>
            </a:r>
            <a:r>
              <a:rPr lang="ko-KR" altLang="en-US" dirty="0"/>
              <a:t>에서든지 드래그</a:t>
            </a:r>
            <a:r>
              <a:rPr lang="en-US" altLang="ko-KR" dirty="0"/>
              <a:t>&amp;</a:t>
            </a:r>
            <a:r>
              <a:rPr lang="ko-KR" altLang="en-US" dirty="0" err="1"/>
              <a:t>드랍하면</a:t>
            </a:r>
            <a:r>
              <a:rPr lang="ko-KR" altLang="en-US" dirty="0"/>
              <a:t> 사용할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362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4B7AF-0E63-2A80-4C8A-63AE88D2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Post</a:t>
            </a:r>
            <a:r>
              <a:rPr lang="ko-KR" altLang="en-US" dirty="0"/>
              <a:t> </a:t>
            </a:r>
            <a:r>
              <a:rPr lang="en-US" altLang="ko-KR" dirty="0"/>
              <a:t>Processing</a:t>
            </a:r>
            <a:r>
              <a:rPr lang="ko-KR" altLang="en-US" dirty="0"/>
              <a:t> 후처리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49A69F-2474-F26B-8FD0-CF76F68B2A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620"/>
            <a:ext cx="10515600" cy="5246370"/>
          </a:xfrm>
        </p:spPr>
        <p:txBody>
          <a:bodyPr>
            <a:normAutofit/>
          </a:bodyPr>
          <a:lstStyle/>
          <a:p>
            <a:r>
              <a:rPr lang="ko-KR" altLang="en-US" dirty="0"/>
              <a:t>게임의 퀄리티를 높이기 위한 여러 가지 기능 혹은 작업들을 하면</a:t>
            </a:r>
            <a:r>
              <a:rPr lang="en-US" altLang="ko-KR" dirty="0"/>
              <a:t>, </a:t>
            </a:r>
            <a:r>
              <a:rPr lang="ko-KR" altLang="en-US" dirty="0"/>
              <a:t>그걸 적용하는 것을 의미</a:t>
            </a:r>
            <a:endParaRPr lang="en-US" altLang="ko-KR" dirty="0"/>
          </a:p>
          <a:p>
            <a:r>
              <a:rPr lang="en-US" altLang="ko-KR" dirty="0"/>
              <a:t>Hierarchy</a:t>
            </a:r>
            <a:r>
              <a:rPr lang="ko-KR" altLang="en-US" dirty="0"/>
              <a:t>에서 </a:t>
            </a:r>
            <a:r>
              <a:rPr lang="en-US" altLang="ko-KR" dirty="0" err="1"/>
              <a:t>MainCamera</a:t>
            </a:r>
            <a:r>
              <a:rPr lang="ko-KR" altLang="en-US" dirty="0"/>
              <a:t>의 </a:t>
            </a:r>
            <a:r>
              <a:rPr lang="en-US" altLang="ko-KR" dirty="0"/>
              <a:t>Camera </a:t>
            </a:r>
            <a:r>
              <a:rPr lang="ko-KR" altLang="en-US" dirty="0"/>
              <a:t>항목에서 </a:t>
            </a:r>
            <a:r>
              <a:rPr lang="en-US" altLang="ko-KR" dirty="0"/>
              <a:t>Rendering -&gt; Post Processing</a:t>
            </a:r>
            <a:r>
              <a:rPr lang="ko-KR" altLang="en-US" dirty="0"/>
              <a:t>을 활성화해주자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 후처리를 담당하는 오브젝트를 생성하기</a:t>
            </a:r>
            <a:endParaRPr lang="en-US" altLang="ko-KR" dirty="0"/>
          </a:p>
          <a:p>
            <a:pPr lvl="1"/>
            <a:r>
              <a:rPr lang="en-US" altLang="ko-KR" dirty="0"/>
              <a:t>Hierarchy </a:t>
            </a:r>
            <a:r>
              <a:rPr lang="ko-KR" altLang="en-US" dirty="0"/>
              <a:t>빈 곳에 </a:t>
            </a:r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-&gt; Volume -&gt; Global Volume</a:t>
            </a:r>
          </a:p>
          <a:p>
            <a:pPr lvl="1"/>
            <a:r>
              <a:rPr lang="ko-KR" altLang="en-US" dirty="0"/>
              <a:t>이 오브젝트의 </a:t>
            </a:r>
            <a:r>
              <a:rPr lang="en-US" altLang="ko-KR" dirty="0"/>
              <a:t>Volume </a:t>
            </a:r>
            <a:r>
              <a:rPr lang="ko-KR" altLang="en-US" dirty="0"/>
              <a:t>항목에서 </a:t>
            </a:r>
            <a:r>
              <a:rPr lang="en-US" altLang="ko-KR" dirty="0"/>
              <a:t>Profile</a:t>
            </a:r>
            <a:r>
              <a:rPr lang="ko-KR" altLang="en-US" dirty="0"/>
              <a:t>을 </a:t>
            </a:r>
            <a:r>
              <a:rPr lang="en-US" altLang="ko-KR" dirty="0"/>
              <a:t>‘</a:t>
            </a:r>
            <a:r>
              <a:rPr lang="en-US" altLang="ko-KR" dirty="0" err="1"/>
              <a:t>GlobalVolumeProfile</a:t>
            </a:r>
            <a:r>
              <a:rPr lang="en-US" altLang="ko-KR" dirty="0"/>
              <a:t>’</a:t>
            </a:r>
            <a:r>
              <a:rPr lang="ko-KR" altLang="en-US" dirty="0"/>
              <a:t>을 선택하면 됨</a:t>
            </a:r>
            <a:endParaRPr lang="en-US" altLang="ko-KR" dirty="0"/>
          </a:p>
          <a:p>
            <a:pPr lvl="1"/>
            <a:r>
              <a:rPr lang="ko-KR" altLang="en-US" dirty="0"/>
              <a:t>그러면 </a:t>
            </a:r>
            <a:r>
              <a:rPr lang="en-US" altLang="ko-KR" dirty="0" err="1"/>
              <a:t>Tonemapping</a:t>
            </a:r>
            <a:r>
              <a:rPr lang="ko-KR" altLang="en-US" dirty="0"/>
              <a:t>과 </a:t>
            </a:r>
            <a:r>
              <a:rPr lang="en-US" altLang="ko-KR" dirty="0"/>
              <a:t>Bloom </a:t>
            </a:r>
            <a:r>
              <a:rPr lang="ko-KR" altLang="en-US" dirty="0"/>
              <a:t>항목이 생기는데</a:t>
            </a:r>
            <a:r>
              <a:rPr lang="en-US" altLang="ko-KR" dirty="0"/>
              <a:t>, </a:t>
            </a:r>
            <a:r>
              <a:rPr lang="ko-KR" altLang="en-US" dirty="0"/>
              <a:t>여기서 여러 가지 조절을 또 할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46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D7B29-B37B-3E2D-D415-976F1138F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800" b="1" dirty="0"/>
              <a:t>후처리 여러 효과</a:t>
            </a:r>
            <a:r>
              <a:rPr lang="en-US" altLang="ko-KR" sz="2800" b="1" dirty="0"/>
              <a:t>(Inspector</a:t>
            </a:r>
            <a:r>
              <a:rPr lang="ko-KR" altLang="en-US" sz="2800" b="1" dirty="0"/>
              <a:t>에서 </a:t>
            </a:r>
            <a:r>
              <a:rPr lang="en-US" altLang="ko-KR" sz="2800" b="1" dirty="0"/>
              <a:t>Add Override</a:t>
            </a:r>
            <a:r>
              <a:rPr lang="ko-KR" altLang="en-US" sz="2800" b="1" dirty="0"/>
              <a:t>에서 추가하면 됨</a:t>
            </a:r>
            <a:r>
              <a:rPr lang="en-US" altLang="ko-KR" sz="2800" b="1" dirty="0"/>
              <a:t>)</a:t>
            </a:r>
            <a:endParaRPr lang="ko-KR" altLang="en-US" sz="2800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51AF2-933E-B98D-E4FD-8FDEF142C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0925"/>
          </a:xfrm>
        </p:spPr>
        <p:txBody>
          <a:bodyPr>
            <a:normAutofit fontScale="85000" lnSpcReduction="20000"/>
          </a:bodyPr>
          <a:lstStyle/>
          <a:p>
            <a:r>
              <a:rPr lang="en-US" altLang="ko-KR" dirty="0"/>
              <a:t>Vignette : </a:t>
            </a:r>
            <a:r>
              <a:rPr lang="ko-KR" altLang="en-US" dirty="0"/>
              <a:t>카메라로 보는 듯한 효과</a:t>
            </a:r>
            <a:r>
              <a:rPr lang="en-US" altLang="ko-KR" dirty="0"/>
              <a:t>(</a:t>
            </a:r>
            <a:r>
              <a:rPr lang="ko-KR" altLang="en-US" dirty="0"/>
              <a:t>가장자리 둥글게 어둡게 하는 효과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Motion Blur : </a:t>
            </a:r>
            <a:r>
              <a:rPr lang="ko-KR" altLang="en-US" dirty="0"/>
              <a:t>캐릭터를 움직이면</a:t>
            </a:r>
            <a:r>
              <a:rPr lang="en-US" altLang="ko-KR" dirty="0"/>
              <a:t>, </a:t>
            </a:r>
            <a:r>
              <a:rPr lang="ko-KR" altLang="en-US" dirty="0"/>
              <a:t>잔상이나 약간 </a:t>
            </a:r>
            <a:r>
              <a:rPr lang="ko-KR" altLang="en-US" dirty="0" err="1"/>
              <a:t>버벅이는</a:t>
            </a:r>
            <a:r>
              <a:rPr lang="ko-KR" altLang="en-US" dirty="0"/>
              <a:t> 듯한 </a:t>
            </a:r>
            <a:r>
              <a:rPr lang="en-US" altLang="ko-KR" dirty="0"/>
              <a:t>(</a:t>
            </a:r>
            <a:r>
              <a:rPr lang="ko-KR" altLang="en-US" dirty="0"/>
              <a:t>카메라로 보는 듯한</a:t>
            </a:r>
            <a:r>
              <a:rPr lang="en-US" altLang="ko-KR" dirty="0"/>
              <a:t>) </a:t>
            </a:r>
            <a:r>
              <a:rPr lang="ko-KR" altLang="en-US" dirty="0"/>
              <a:t>효과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Lens</a:t>
            </a:r>
            <a:r>
              <a:rPr lang="ko-KR" altLang="en-US" dirty="0"/>
              <a:t> </a:t>
            </a:r>
            <a:r>
              <a:rPr lang="en-US" altLang="ko-KR" dirty="0"/>
              <a:t>Distortion : </a:t>
            </a:r>
            <a:r>
              <a:rPr lang="ko-KR" altLang="en-US" dirty="0"/>
              <a:t>카메라 왜곡 효과</a:t>
            </a:r>
            <a:r>
              <a:rPr lang="en-US" altLang="ko-KR" dirty="0"/>
              <a:t>(</a:t>
            </a:r>
            <a:r>
              <a:rPr lang="ko-KR" altLang="en-US" dirty="0"/>
              <a:t>볼록</a:t>
            </a:r>
            <a:r>
              <a:rPr lang="en-US" altLang="ko-KR" dirty="0"/>
              <a:t>, </a:t>
            </a:r>
            <a:r>
              <a:rPr lang="ko-KR" altLang="en-US" dirty="0" err="1"/>
              <a:t>오목렌즈같은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Depth Of Field : </a:t>
            </a:r>
            <a:r>
              <a:rPr lang="ko-KR" altLang="en-US" dirty="0"/>
              <a:t>게임 화질을 </a:t>
            </a:r>
            <a:r>
              <a:rPr lang="en-US" altLang="ko-KR" dirty="0"/>
              <a:t>4K</a:t>
            </a:r>
            <a:r>
              <a:rPr lang="ko-KR" altLang="en-US" dirty="0"/>
              <a:t>로 바꿔보면 이 효과가 더 잘 보인다</a:t>
            </a:r>
            <a:r>
              <a:rPr lang="en-US" altLang="ko-KR" dirty="0"/>
              <a:t>. </a:t>
            </a:r>
            <a:r>
              <a:rPr lang="ko-KR" altLang="en-US" dirty="0"/>
              <a:t>이 효과는 내가 보고 있는 대상을 더 뚜렷하게 보고</a:t>
            </a:r>
            <a:r>
              <a:rPr lang="en-US" altLang="ko-KR" dirty="0"/>
              <a:t>, </a:t>
            </a:r>
            <a:r>
              <a:rPr lang="ko-KR" altLang="en-US" dirty="0"/>
              <a:t>나머지를 좀 흐릿하게 보는 효과</a:t>
            </a:r>
            <a:endParaRPr lang="en-US" altLang="ko-KR" dirty="0"/>
          </a:p>
          <a:p>
            <a:r>
              <a:rPr lang="en-US" altLang="ko-KR" dirty="0"/>
              <a:t>Film Grain : </a:t>
            </a:r>
            <a:r>
              <a:rPr lang="ko-KR" altLang="en-US" dirty="0" err="1"/>
              <a:t>영화같은</a:t>
            </a:r>
            <a:r>
              <a:rPr lang="ko-KR" altLang="en-US" dirty="0"/>
              <a:t> 카메라 효과</a:t>
            </a:r>
            <a:endParaRPr lang="en-US" altLang="ko-KR" dirty="0"/>
          </a:p>
          <a:p>
            <a:r>
              <a:rPr lang="en-US" altLang="ko-KR" dirty="0"/>
              <a:t>Chromatic Aberration : </a:t>
            </a:r>
            <a:r>
              <a:rPr lang="ko-KR" altLang="en-US" dirty="0" err="1"/>
              <a:t>색소차</a:t>
            </a:r>
            <a:r>
              <a:rPr lang="ko-KR" altLang="en-US" dirty="0"/>
              <a:t> 효과</a:t>
            </a:r>
            <a:r>
              <a:rPr lang="en-US" altLang="ko-KR" dirty="0"/>
              <a:t>(?). </a:t>
            </a:r>
            <a:r>
              <a:rPr lang="ko-KR" altLang="en-US" dirty="0"/>
              <a:t>뭔가 캐릭터가 어지러움을 느끼거나 약에 취했을 때 화면의 색상이 갈라지는 효과 같은 것</a:t>
            </a:r>
            <a:endParaRPr lang="en-US" altLang="ko-KR" dirty="0"/>
          </a:p>
          <a:p>
            <a:r>
              <a:rPr lang="ko-KR" altLang="en-US" dirty="0"/>
              <a:t>나머지는 모두 색을 어떻게 나타낼 것인지</a:t>
            </a:r>
            <a:r>
              <a:rPr lang="en-US" altLang="ko-KR" dirty="0"/>
              <a:t>(</a:t>
            </a:r>
            <a:r>
              <a:rPr lang="ko-KR" altLang="en-US" dirty="0"/>
              <a:t>노출</a:t>
            </a:r>
            <a:r>
              <a:rPr lang="en-US" altLang="ko-KR" dirty="0"/>
              <a:t>, </a:t>
            </a:r>
            <a:r>
              <a:rPr lang="ko-KR" altLang="en-US" dirty="0"/>
              <a:t>대비 등</a:t>
            </a:r>
            <a:r>
              <a:rPr lang="en-US" altLang="ko-KR" dirty="0"/>
              <a:t>)</a:t>
            </a:r>
            <a:r>
              <a:rPr lang="ko-KR" altLang="en-US" dirty="0"/>
              <a:t>에 대한 효과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 후처리는 </a:t>
            </a:r>
            <a:r>
              <a:rPr lang="ko-KR" altLang="en-US" dirty="0" err="1"/>
              <a:t>계산량에</a:t>
            </a:r>
            <a:r>
              <a:rPr lang="ko-KR" altLang="en-US" dirty="0"/>
              <a:t> 매우 영향을 많이 미치므로</a:t>
            </a:r>
            <a:r>
              <a:rPr lang="en-US" altLang="ko-KR" dirty="0"/>
              <a:t>, </a:t>
            </a:r>
            <a:r>
              <a:rPr lang="ko-KR" altLang="en-US" dirty="0"/>
              <a:t>적당한 선에서만 사용하도록 하자</a:t>
            </a:r>
          </a:p>
        </p:txBody>
      </p:sp>
    </p:spTree>
    <p:extLst>
      <p:ext uri="{BB962C8B-B14F-4D97-AF65-F5344CB8AC3E}">
        <p14:creationId xmlns:p14="http://schemas.microsoft.com/office/powerpoint/2010/main" val="3613664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7EB39-C367-0974-4015-7C899BCE8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외부에서 </a:t>
            </a:r>
            <a:r>
              <a:rPr lang="ko-KR" altLang="en-US" sz="3600" dirty="0" err="1"/>
              <a:t>에셋을</a:t>
            </a:r>
            <a:r>
              <a:rPr lang="ko-KR" altLang="en-US" sz="3600" dirty="0"/>
              <a:t> 사서 </a:t>
            </a:r>
            <a:r>
              <a:rPr lang="en-US" altLang="ko-KR" sz="3600" dirty="0"/>
              <a:t>Scene</a:t>
            </a:r>
            <a:r>
              <a:rPr lang="ko-KR" altLang="en-US" sz="3600" dirty="0"/>
              <a:t>에 배치하는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7B42-FB7B-7579-DF07-BF0E3F30B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570" y="1825625"/>
            <a:ext cx="10690860" cy="4351338"/>
          </a:xfrm>
        </p:spPr>
        <p:txBody>
          <a:bodyPr/>
          <a:lstStyle/>
          <a:p>
            <a:r>
              <a:rPr lang="en-US" altLang="ko-KR" dirty="0"/>
              <a:t>Asset Store </a:t>
            </a:r>
            <a:r>
              <a:rPr lang="ko-KR" altLang="en-US" dirty="0"/>
              <a:t>사이트에 접속해서 원하는 </a:t>
            </a:r>
            <a:r>
              <a:rPr lang="ko-KR" altLang="en-US" dirty="0" err="1"/>
              <a:t>에셋</a:t>
            </a:r>
            <a:r>
              <a:rPr lang="en-US" altLang="ko-KR" dirty="0"/>
              <a:t>(</a:t>
            </a:r>
            <a:r>
              <a:rPr lang="ko-KR" altLang="en-US" dirty="0"/>
              <a:t>무료도 있음</a:t>
            </a:r>
            <a:r>
              <a:rPr lang="en-US" altLang="ko-KR" dirty="0"/>
              <a:t>)</a:t>
            </a:r>
            <a:r>
              <a:rPr lang="ko-KR" altLang="en-US" dirty="0"/>
              <a:t>을 구매</a:t>
            </a:r>
            <a:endParaRPr lang="en-US" altLang="ko-KR" dirty="0"/>
          </a:p>
          <a:p>
            <a:r>
              <a:rPr lang="ko-KR" altLang="en-US" dirty="0"/>
              <a:t>다운로드 해서 </a:t>
            </a:r>
            <a:r>
              <a:rPr lang="en-US" altLang="ko-KR" dirty="0"/>
              <a:t>Import</a:t>
            </a:r>
            <a:r>
              <a:rPr lang="ko-KR" altLang="en-US" dirty="0"/>
              <a:t>하면 내 작업에 적용 가능하게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Material</a:t>
            </a:r>
            <a:r>
              <a:rPr lang="ko-KR" altLang="en-US" dirty="0"/>
              <a:t>이 바로 적용되지 않는 경우</a:t>
            </a:r>
            <a:endParaRPr lang="en-US" altLang="ko-KR" dirty="0"/>
          </a:p>
          <a:p>
            <a:pPr lvl="1"/>
            <a:r>
              <a:rPr lang="en-US" altLang="ko-KR" dirty="0"/>
              <a:t>-&gt; </a:t>
            </a:r>
            <a:r>
              <a:rPr lang="ko-KR" altLang="en-US" dirty="0"/>
              <a:t>모든 </a:t>
            </a:r>
            <a:r>
              <a:rPr lang="en-US" altLang="ko-KR" dirty="0"/>
              <a:t>Material</a:t>
            </a:r>
            <a:r>
              <a:rPr lang="ko-KR" altLang="en-US" dirty="0"/>
              <a:t>을 선택 후 </a:t>
            </a:r>
            <a:r>
              <a:rPr lang="en-US" altLang="ko-KR" dirty="0"/>
              <a:t>-&gt; </a:t>
            </a:r>
            <a:r>
              <a:rPr lang="ko-KR" altLang="en-US" dirty="0"/>
              <a:t>상단 </a:t>
            </a:r>
            <a:r>
              <a:rPr lang="en-US" altLang="ko-KR" dirty="0"/>
              <a:t>Edit </a:t>
            </a:r>
            <a:r>
              <a:rPr lang="ko-KR" altLang="en-US" dirty="0"/>
              <a:t>클릭 </a:t>
            </a:r>
            <a:r>
              <a:rPr lang="en-US" altLang="ko-KR" dirty="0"/>
              <a:t>-&gt; </a:t>
            </a:r>
            <a:r>
              <a:rPr lang="ko-KR" altLang="en-US" dirty="0"/>
              <a:t>아래쪽의 </a:t>
            </a:r>
            <a:r>
              <a:rPr lang="en-US" altLang="ko-KR" dirty="0"/>
              <a:t>‘Rendering’ </a:t>
            </a:r>
            <a:r>
              <a:rPr lang="ko-KR" altLang="en-US" dirty="0"/>
              <a:t>클릭 </a:t>
            </a:r>
            <a:r>
              <a:rPr lang="en-US" altLang="ko-KR" dirty="0"/>
              <a:t>-&gt; Materials -&gt; Convert Selected Built-in Materials to URP </a:t>
            </a:r>
            <a:r>
              <a:rPr lang="ko-KR" altLang="en-US" dirty="0"/>
              <a:t>클릭 </a:t>
            </a:r>
            <a:r>
              <a:rPr lang="en-US" altLang="ko-KR" dirty="0"/>
              <a:t>-&gt; Proceed </a:t>
            </a:r>
            <a:r>
              <a:rPr lang="ko-KR" altLang="en-US" dirty="0"/>
              <a:t>하면 </a:t>
            </a:r>
            <a:r>
              <a:rPr lang="en-US" altLang="ko-KR" dirty="0"/>
              <a:t>Material</a:t>
            </a:r>
            <a:r>
              <a:rPr lang="ko-KR" altLang="en-US" dirty="0"/>
              <a:t>이 모두 적용된다</a:t>
            </a:r>
            <a:r>
              <a:rPr lang="en-US" altLang="ko-KR" dirty="0"/>
              <a:t>. </a:t>
            </a:r>
            <a:r>
              <a:rPr lang="ko-KR" altLang="en-US" dirty="0"/>
              <a:t>그래도 적용이 안 된다면 저장</a:t>
            </a:r>
            <a:r>
              <a:rPr lang="en-US" altLang="ko-KR" dirty="0"/>
              <a:t>(Ctrl + S)</a:t>
            </a:r>
            <a:r>
              <a:rPr lang="ko-KR" altLang="en-US" dirty="0"/>
              <a:t>하면 적용된다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995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825</Words>
  <Application>Microsoft Office PowerPoint</Application>
  <PresentationFormat>와이드스크린</PresentationFormat>
  <Paragraphs>66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유리같은 Material 만들기</vt:lpstr>
      <vt:lpstr>오브젝트 우클릭 -&gt; Light</vt:lpstr>
      <vt:lpstr>Light</vt:lpstr>
      <vt:lpstr>Prefab</vt:lpstr>
      <vt:lpstr>Prefab 연결 끊기</vt:lpstr>
      <vt:lpstr>원본 Prefab을 제거하는 경우</vt:lpstr>
      <vt:lpstr>Prefab의 장점</vt:lpstr>
      <vt:lpstr>Post Processing 후처리</vt:lpstr>
      <vt:lpstr>후처리 여러 효과(Inspector에서 Add Override에서 추가하면 됨)</vt:lpstr>
      <vt:lpstr>외부에서 에셋을 사서 Scene에 배치하는 방법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2026-03-06T04:52:49Z</dcterms:created>
  <dcterms:modified xsi:type="dcterms:W3CDTF">2026-03-06T06:26:11Z</dcterms:modified>
</cp:coreProperties>
</file>