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42" d="100"/>
          <a:sy n="42" d="100"/>
        </p:scale>
        <p:origin x="72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클릭하여 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372137-52EF-41D0-B1C2-C36A71CB63DA}" type="datetimeFigureOut">
              <a:rPr lang="ko-KR" altLang="en-US" smtClean="0"/>
              <a:t>2026-02-19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0C773D-B80E-4A1A-8302-F03DCCB72B6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565011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372137-52EF-41D0-B1C2-C36A71CB63DA}" type="datetimeFigureOut">
              <a:rPr lang="ko-KR" altLang="en-US" smtClean="0"/>
              <a:t>2026-02-19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0C773D-B80E-4A1A-8302-F03DCCB72B6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163121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372137-52EF-41D0-B1C2-C36A71CB63DA}" type="datetimeFigureOut">
              <a:rPr lang="ko-KR" altLang="en-US" smtClean="0"/>
              <a:t>2026-02-19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0C773D-B80E-4A1A-8302-F03DCCB72B6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21508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372137-52EF-41D0-B1C2-C36A71CB63DA}" type="datetimeFigureOut">
              <a:rPr lang="ko-KR" altLang="en-US" smtClean="0"/>
              <a:t>2026-02-19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0C773D-B80E-4A1A-8302-F03DCCB72B6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699605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372137-52EF-41D0-B1C2-C36A71CB63DA}" type="datetimeFigureOut">
              <a:rPr lang="ko-KR" altLang="en-US" smtClean="0"/>
              <a:t>2026-02-19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0C773D-B80E-4A1A-8302-F03DCCB72B6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110961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372137-52EF-41D0-B1C2-C36A71CB63DA}" type="datetimeFigureOut">
              <a:rPr lang="ko-KR" altLang="en-US" smtClean="0"/>
              <a:t>2026-02-19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0C773D-B80E-4A1A-8302-F03DCCB72B6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120865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372137-52EF-41D0-B1C2-C36A71CB63DA}" type="datetimeFigureOut">
              <a:rPr lang="ko-KR" altLang="en-US" smtClean="0"/>
              <a:t>2026-02-19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0C773D-B80E-4A1A-8302-F03DCCB72B6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698424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372137-52EF-41D0-B1C2-C36A71CB63DA}" type="datetimeFigureOut">
              <a:rPr lang="ko-KR" altLang="en-US" smtClean="0"/>
              <a:t>2026-02-19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0C773D-B80E-4A1A-8302-F03DCCB72B6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460585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372137-52EF-41D0-B1C2-C36A71CB63DA}" type="datetimeFigureOut">
              <a:rPr lang="ko-KR" altLang="en-US" smtClean="0"/>
              <a:t>2026-02-19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0C773D-B80E-4A1A-8302-F03DCCB72B6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294552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372137-52EF-41D0-B1C2-C36A71CB63DA}" type="datetimeFigureOut">
              <a:rPr lang="ko-KR" altLang="en-US" smtClean="0"/>
              <a:t>2026-02-19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0C773D-B80E-4A1A-8302-F03DCCB72B6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409270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372137-52EF-41D0-B1C2-C36A71CB63DA}" type="datetimeFigureOut">
              <a:rPr lang="ko-KR" altLang="en-US" smtClean="0"/>
              <a:t>2026-02-19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0C773D-B80E-4A1A-8302-F03DCCB72B6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51475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372137-52EF-41D0-B1C2-C36A71CB63DA}" type="datetimeFigureOut">
              <a:rPr lang="ko-KR" altLang="en-US" smtClean="0"/>
              <a:t>2026-02-19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E0C773D-B80E-4A1A-8302-F03DCCB72B6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268034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mtClean="0"/>
              <a:t>Tablet + Pen mouse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469781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71311" y="480601"/>
            <a:ext cx="6649378" cy="58967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04975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127</TotalTime>
  <Words>4</Words>
  <Application>Microsoft Office PowerPoint</Application>
  <PresentationFormat>와이드스크린</PresentationFormat>
  <Paragraphs>1</Paragraphs>
  <Slides>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5" baseType="lpstr">
      <vt:lpstr>맑은 고딕</vt:lpstr>
      <vt:lpstr>Arial</vt:lpstr>
      <vt:lpstr>Office 테마</vt:lpstr>
      <vt:lpstr>Tablet + Pen mouse</vt:lpstr>
      <vt:lpstr>PowerPoint 프레젠테이션</vt:lpstr>
    </vt:vector>
  </TitlesOfParts>
  <Company>Organization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Tablet + Pen mouse</dc:title>
  <dc:creator>FullName</dc:creator>
  <cp:lastModifiedBy>FullName</cp:lastModifiedBy>
  <cp:revision>3</cp:revision>
  <dcterms:created xsi:type="dcterms:W3CDTF">2026-02-13T05:04:26Z</dcterms:created>
  <dcterms:modified xsi:type="dcterms:W3CDTF">2026-02-19T05:03:09Z</dcterms:modified>
</cp:coreProperties>
</file>