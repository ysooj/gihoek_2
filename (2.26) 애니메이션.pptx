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57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20" y="7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D7959-1EB4-44B4-BD4D-D1EE8DC3F82B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7A0D8-4EC1-48C1-8FC6-870440A439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2817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D7959-1EB4-44B4-BD4D-D1EE8DC3F82B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7A0D8-4EC1-48C1-8FC6-870440A439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27596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D7959-1EB4-44B4-BD4D-D1EE8DC3F82B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7A0D8-4EC1-48C1-8FC6-870440A439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66989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D7959-1EB4-44B4-BD4D-D1EE8DC3F82B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7A0D8-4EC1-48C1-8FC6-870440A439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26439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D7959-1EB4-44B4-BD4D-D1EE8DC3F82B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7A0D8-4EC1-48C1-8FC6-870440A439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55596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D7959-1EB4-44B4-BD4D-D1EE8DC3F82B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7A0D8-4EC1-48C1-8FC6-870440A439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22648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D7959-1EB4-44B4-BD4D-D1EE8DC3F82B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7A0D8-4EC1-48C1-8FC6-870440A439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0403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D7959-1EB4-44B4-BD4D-D1EE8DC3F82B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7A0D8-4EC1-48C1-8FC6-870440A439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00647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D7959-1EB4-44B4-BD4D-D1EE8DC3F82B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7A0D8-4EC1-48C1-8FC6-870440A439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55599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D7959-1EB4-44B4-BD4D-D1EE8DC3F82B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7A0D8-4EC1-48C1-8FC6-870440A439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5541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D7959-1EB4-44B4-BD4D-D1EE8DC3F82B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7A0D8-4EC1-48C1-8FC6-870440A439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36449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DD7959-1EB4-44B4-BD4D-D1EE8DC3F82B}" type="datetimeFigureOut">
              <a:rPr lang="ko-KR" altLang="en-US" smtClean="0"/>
              <a:t>2026-02-26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07A0D8-4EC1-48C1-8FC6-870440A439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6480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4626" y="1504681"/>
            <a:ext cx="6782747" cy="3848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82505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980" y="198783"/>
            <a:ext cx="10756146" cy="642475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775938" y="3751385"/>
            <a:ext cx="9847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mtClean="0">
                <a:solidFill>
                  <a:schemeClr val="bg1"/>
                </a:solidFill>
              </a:rPr>
              <a:t>+ui</a:t>
            </a:r>
            <a:endParaRPr lang="ko-KR" alt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8250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163" y="0"/>
            <a:ext cx="10211545" cy="6664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62040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2D </a:t>
            </a:r>
            <a:r>
              <a:rPr lang="ko-KR" altLang="en-US" smtClean="0"/>
              <a:t>원화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캐릭터</a:t>
            </a:r>
            <a:endParaRPr lang="en-US" altLang="ko-KR" smtClean="0"/>
          </a:p>
          <a:p>
            <a:r>
              <a:rPr lang="ko-KR" altLang="en-US" smtClean="0"/>
              <a:t>아이템</a:t>
            </a:r>
            <a:endParaRPr lang="en-US" altLang="ko-KR" smtClean="0"/>
          </a:p>
          <a:p>
            <a:r>
              <a:rPr lang="ko-KR" altLang="en-US" smtClean="0"/>
              <a:t>크리처</a:t>
            </a:r>
            <a:endParaRPr lang="en-US" altLang="ko-KR" smtClean="0"/>
          </a:p>
          <a:p>
            <a:endParaRPr lang="en-US" altLang="ko-KR" smtClean="0"/>
          </a:p>
          <a:p>
            <a:r>
              <a:rPr lang="ko-KR" altLang="en-US" smtClean="0"/>
              <a:t>등장무대</a:t>
            </a:r>
            <a:endParaRPr lang="en-US" altLang="ko-KR" smtClean="0"/>
          </a:p>
          <a:p>
            <a:r>
              <a:rPr lang="ko-KR" altLang="en-US" smtClean="0"/>
              <a:t>대본소품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08294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픽셀 </a:t>
            </a:r>
            <a:r>
              <a:rPr lang="en-US" altLang="ko-KR" smtClean="0"/>
              <a:t>PIXEL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622969"/>
          </a:xfrm>
        </p:spPr>
        <p:txBody>
          <a:bodyPr/>
          <a:lstStyle/>
          <a:p>
            <a:r>
              <a:rPr lang="en-US" altLang="ko-KR" smtClean="0"/>
              <a:t>2bit 4</a:t>
            </a:r>
            <a:r>
              <a:rPr lang="ko-KR" altLang="en-US" smtClean="0"/>
              <a:t>색</a:t>
            </a:r>
            <a:endParaRPr lang="en-US" altLang="ko-KR" smtClean="0"/>
          </a:p>
          <a:p>
            <a:r>
              <a:rPr lang="en-US" altLang="ko-KR" smtClean="0"/>
              <a:t>8bit 16</a:t>
            </a:r>
            <a:r>
              <a:rPr lang="ko-KR" altLang="en-US" smtClean="0"/>
              <a:t>색</a:t>
            </a:r>
            <a:endParaRPr lang="en-US" altLang="ko-KR" smtClean="0"/>
          </a:p>
          <a:p>
            <a:r>
              <a:rPr lang="en-US" altLang="ko-KR" smtClean="0"/>
              <a:t>16bit 60</a:t>
            </a:r>
            <a:r>
              <a:rPr lang="ko-KR" altLang="en-US" smtClean="0"/>
              <a:t>색</a:t>
            </a:r>
            <a:endParaRPr lang="ko-KR" altLang="en-US"/>
          </a:p>
        </p:txBody>
      </p:sp>
      <p:sp>
        <p:nvSpPr>
          <p:cNvPr id="4" name="제목 1"/>
          <p:cNvSpPr txBox="1">
            <a:spLocks/>
          </p:cNvSpPr>
          <p:nvPr/>
        </p:nvSpPr>
        <p:spPr>
          <a:xfrm>
            <a:off x="838200" y="404948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/>
              <a:t>복</a:t>
            </a:r>
            <a:r>
              <a:rPr lang="ko-KR" altLang="en-US" smtClean="0"/>
              <a:t>셀 </a:t>
            </a:r>
            <a:r>
              <a:rPr lang="en-US" altLang="ko-KR" smtClean="0"/>
              <a:t>VOXEL</a:t>
            </a:r>
            <a:endParaRPr lang="ko-KR" altLang="en-US"/>
          </a:p>
        </p:txBody>
      </p:sp>
      <p:sp>
        <p:nvSpPr>
          <p:cNvPr id="5" name="내용 개체 틀 2"/>
          <p:cNvSpPr txBox="1">
            <a:spLocks/>
          </p:cNvSpPr>
          <p:nvPr/>
        </p:nvSpPr>
        <p:spPr>
          <a:xfrm>
            <a:off x="838200" y="5509985"/>
            <a:ext cx="10515600" cy="16229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mtClean="0"/>
              <a:t>세상의 모든 것을 정육면체로 표현하는 것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5242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3D </a:t>
            </a:r>
            <a:r>
              <a:rPr lang="ko-KR" altLang="en-US" smtClean="0"/>
              <a:t>모델링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ko-KR" altLang="en-US" smtClean="0"/>
              <a:t>캐릭터</a:t>
            </a:r>
            <a:r>
              <a:rPr lang="en-US" altLang="ko-KR" smtClean="0"/>
              <a:t>(</a:t>
            </a:r>
            <a:r>
              <a:rPr lang="ko-KR" altLang="en-US" smtClean="0"/>
              <a:t>캐릭터 모델링</a:t>
            </a:r>
            <a:r>
              <a:rPr lang="en-US" altLang="ko-KR" smtClean="0"/>
              <a:t>)</a:t>
            </a:r>
          </a:p>
          <a:p>
            <a:pPr lvl="1"/>
            <a:r>
              <a:rPr lang="ko-KR" altLang="en-US" smtClean="0"/>
              <a:t>캐주얼 </a:t>
            </a:r>
            <a:r>
              <a:rPr lang="en-US" altLang="ko-KR" smtClean="0"/>
              <a:t>casual</a:t>
            </a:r>
          </a:p>
          <a:p>
            <a:pPr lvl="1"/>
            <a:r>
              <a:rPr lang="ko-KR" altLang="en-US" smtClean="0"/>
              <a:t>리얼타입 </a:t>
            </a:r>
            <a:r>
              <a:rPr lang="en-US" altLang="ko-KR" smtClean="0"/>
              <a:t>real type</a:t>
            </a:r>
          </a:p>
          <a:p>
            <a:r>
              <a:rPr lang="ko-KR" altLang="en-US" smtClean="0"/>
              <a:t>아이템</a:t>
            </a:r>
            <a:endParaRPr lang="en-US" altLang="ko-KR" smtClean="0"/>
          </a:p>
          <a:p>
            <a:r>
              <a:rPr lang="ko-KR" altLang="en-US" smtClean="0"/>
              <a:t>크리처</a:t>
            </a:r>
            <a:endParaRPr lang="en-US" altLang="ko-KR" smtClean="0"/>
          </a:p>
          <a:p>
            <a:endParaRPr lang="en-US" altLang="ko-KR"/>
          </a:p>
          <a:p>
            <a:r>
              <a:rPr lang="ko-KR" altLang="en-US" smtClean="0"/>
              <a:t>등장무대</a:t>
            </a:r>
            <a:r>
              <a:rPr lang="en-US" altLang="ko-KR" smtClean="0"/>
              <a:t>(</a:t>
            </a:r>
            <a:r>
              <a:rPr lang="ko-KR" altLang="en-US" smtClean="0"/>
              <a:t>배경 모델링</a:t>
            </a:r>
            <a:r>
              <a:rPr lang="en-US" altLang="ko-KR" smtClean="0"/>
              <a:t>)</a:t>
            </a:r>
          </a:p>
          <a:p>
            <a:r>
              <a:rPr lang="ko-KR" altLang="en-US" smtClean="0"/>
              <a:t>대본소품</a:t>
            </a:r>
            <a:endParaRPr lang="en-US" altLang="ko-KR" smtClean="0"/>
          </a:p>
          <a:p>
            <a:endParaRPr lang="en-US" altLang="ko-KR"/>
          </a:p>
          <a:p>
            <a:r>
              <a:rPr lang="ko-KR" altLang="en-US" smtClean="0"/>
              <a:t>폴리곤 수 </a:t>
            </a:r>
            <a:r>
              <a:rPr lang="en-US" altLang="ko-KR" smtClean="0"/>
              <a:t>: 3</a:t>
            </a:r>
            <a:r>
              <a:rPr lang="ko-KR" altLang="en-US" smtClean="0"/>
              <a:t>천 </a:t>
            </a:r>
            <a:r>
              <a:rPr lang="en-US" altLang="ko-KR" smtClean="0"/>
              <a:t>/ 1</a:t>
            </a:r>
            <a:r>
              <a:rPr lang="ko-KR" altLang="en-US" smtClean="0"/>
              <a:t>만 </a:t>
            </a:r>
            <a:r>
              <a:rPr lang="en-US" altLang="ko-KR" smtClean="0"/>
              <a:t>/ 3</a:t>
            </a:r>
            <a:r>
              <a:rPr lang="ko-KR" altLang="en-US" smtClean="0"/>
              <a:t>만 </a:t>
            </a:r>
            <a:r>
              <a:rPr lang="en-US" altLang="ko-KR" smtClean="0"/>
              <a:t>/ 5</a:t>
            </a:r>
            <a:r>
              <a:rPr lang="ko-KR" altLang="en-US" smtClean="0"/>
              <a:t>만 </a:t>
            </a:r>
            <a:r>
              <a:rPr lang="en-US" altLang="ko-KR" smtClean="0"/>
              <a:t>/ 10</a:t>
            </a:r>
            <a:r>
              <a:rPr lang="ko-KR" altLang="en-US" smtClean="0"/>
              <a:t>만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en-US" altLang="ko-KR" smtClean="0"/>
              <a:t>-&gt; </a:t>
            </a:r>
            <a:r>
              <a:rPr lang="ko-KR" altLang="en-US" smtClean="0"/>
              <a:t>그 다음 영역은 애니메이션같은 동영상의 영역</a:t>
            </a:r>
            <a:endParaRPr lang="en-US" altLang="ko-KR" smtClean="0"/>
          </a:p>
          <a:p>
            <a:r>
              <a:rPr lang="ko-KR" altLang="en-US" smtClean="0"/>
              <a:t>모바일에서 </a:t>
            </a:r>
            <a:r>
              <a:rPr lang="en-US" altLang="ko-KR" smtClean="0"/>
              <a:t>40</a:t>
            </a:r>
            <a:r>
              <a:rPr lang="ko-KR" altLang="en-US" smtClean="0"/>
              <a:t>만 폴리곤도 잘 돌아간다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84138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애니메이션 </a:t>
            </a:r>
            <a:r>
              <a:rPr lang="en-US" altLang="ko-KR" smtClean="0"/>
              <a:t>(2D + 3D)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게임 애니메이션 </a:t>
            </a:r>
            <a:r>
              <a:rPr lang="en-US" altLang="ko-KR" smtClean="0"/>
              <a:t>(</a:t>
            </a:r>
            <a:r>
              <a:rPr lang="ko-KR" altLang="en-US" smtClean="0"/>
              <a:t>캐릭터</a:t>
            </a:r>
            <a:r>
              <a:rPr lang="en-US" altLang="ko-KR" smtClean="0"/>
              <a:t>/</a:t>
            </a:r>
            <a:r>
              <a:rPr lang="ko-KR" altLang="en-US" smtClean="0"/>
              <a:t>배경</a:t>
            </a:r>
            <a:r>
              <a:rPr lang="en-US" altLang="ko-KR" smtClean="0"/>
              <a:t>/</a:t>
            </a:r>
            <a:r>
              <a:rPr lang="ko-KR" altLang="en-US" smtClean="0"/>
              <a:t>연출</a:t>
            </a:r>
            <a:r>
              <a:rPr lang="en-US" altLang="ko-KR" smtClean="0"/>
              <a:t>/</a:t>
            </a:r>
            <a:r>
              <a:rPr lang="ko-KR" altLang="en-US" smtClean="0"/>
              <a:t>이벤트 </a:t>
            </a:r>
            <a:r>
              <a:rPr lang="en-US" altLang="ko-KR" smtClean="0"/>
              <a:t>UI </a:t>
            </a:r>
            <a:r>
              <a:rPr lang="ko-KR" altLang="en-US" smtClean="0"/>
              <a:t>등</a:t>
            </a:r>
            <a:r>
              <a:rPr lang="en-US" altLang="ko-KR" smtClean="0"/>
              <a:t>)</a:t>
            </a:r>
          </a:p>
          <a:p>
            <a:r>
              <a:rPr lang="ko-KR" altLang="en-US" smtClean="0"/>
              <a:t>시네마틱</a:t>
            </a:r>
            <a:endParaRPr lang="en-US" altLang="ko-KR" smtClean="0"/>
          </a:p>
          <a:p>
            <a:endParaRPr lang="en-US" altLang="ko-KR"/>
          </a:p>
          <a:p>
            <a:r>
              <a:rPr lang="ko-KR" altLang="en-US" smtClean="0"/>
              <a:t>필름 애니메이션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34921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이펙트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mtClean="0"/>
              <a:t>(</a:t>
            </a:r>
            <a:r>
              <a:rPr lang="ko-KR" altLang="en-US" smtClean="0"/>
              <a:t>캐릭터</a:t>
            </a:r>
            <a:r>
              <a:rPr lang="en-US" altLang="ko-KR" smtClean="0"/>
              <a:t>/</a:t>
            </a:r>
            <a:r>
              <a:rPr lang="ko-KR" altLang="en-US" smtClean="0"/>
              <a:t>배경</a:t>
            </a:r>
            <a:r>
              <a:rPr lang="en-US" altLang="ko-KR" smtClean="0"/>
              <a:t>/</a:t>
            </a:r>
            <a:r>
              <a:rPr lang="ko-KR" altLang="en-US" smtClean="0"/>
              <a:t>연출 스크린 등</a:t>
            </a:r>
            <a:r>
              <a:rPr lang="en-US" altLang="ko-KR" smtClean="0"/>
              <a:t>/</a:t>
            </a:r>
            <a:r>
              <a:rPr lang="ko-KR" altLang="en-US" smtClean="0"/>
              <a:t>이벤트 </a:t>
            </a:r>
            <a:r>
              <a:rPr lang="en-US" altLang="ko-KR" smtClean="0"/>
              <a:t>UI </a:t>
            </a:r>
            <a:r>
              <a:rPr lang="ko-KR" altLang="en-US" smtClean="0"/>
              <a:t>등</a:t>
            </a:r>
            <a:r>
              <a:rPr lang="en-US" altLang="ko-KR" smtClean="0"/>
              <a:t>)</a:t>
            </a:r>
          </a:p>
          <a:p>
            <a:r>
              <a:rPr lang="ko-KR" altLang="en-US" smtClean="0"/>
              <a:t>시네마틱</a:t>
            </a:r>
            <a:endParaRPr lang="en-US" altLang="ko-KR" smtClean="0"/>
          </a:p>
          <a:p>
            <a:endParaRPr lang="en-US" altLang="ko-KR"/>
          </a:p>
          <a:p>
            <a:r>
              <a:rPr lang="ko-KR" altLang="en-US" smtClean="0"/>
              <a:t>필름 애니메이션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49250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애니메이션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smtClean="0"/>
              <a:t>[</a:t>
            </a:r>
            <a:r>
              <a:rPr lang="ko-KR" altLang="en-US" smtClean="0"/>
              <a:t>스프라이트 </a:t>
            </a:r>
            <a:r>
              <a:rPr lang="en-US" altLang="ko-KR" smtClean="0"/>
              <a:t>Sprite]</a:t>
            </a:r>
          </a:p>
          <a:p>
            <a:r>
              <a:rPr lang="ko-KR" altLang="en-US" smtClean="0"/>
              <a:t>연속된 스프라이트가 한 장 한 장 출력되는 게 스프라이트 애니메이션</a:t>
            </a:r>
            <a:endParaRPr lang="en-US" altLang="ko-KR" smtClean="0"/>
          </a:p>
          <a:p>
            <a:r>
              <a:rPr lang="ko-KR" altLang="en-US" smtClean="0"/>
              <a:t>실사 </a:t>
            </a:r>
            <a:r>
              <a:rPr lang="en-US" altLang="ko-KR" smtClean="0"/>
              <a:t>/ </a:t>
            </a:r>
            <a:r>
              <a:rPr lang="ko-KR" altLang="en-US" smtClean="0"/>
              <a:t>도트 </a:t>
            </a:r>
            <a:r>
              <a:rPr lang="en-US" altLang="ko-KR" smtClean="0"/>
              <a:t>/ </a:t>
            </a:r>
            <a:r>
              <a:rPr lang="ko-KR" altLang="en-US" smtClean="0"/>
              <a:t>원화 </a:t>
            </a:r>
            <a:r>
              <a:rPr lang="en-US" altLang="ko-KR" smtClean="0"/>
              <a:t>/ 3D </a:t>
            </a:r>
            <a:r>
              <a:rPr lang="ko-KR" altLang="en-US" smtClean="0"/>
              <a:t>모델을 애니메이션까지 만들고 그걸 캡쳐하는 방식</a:t>
            </a:r>
            <a:endParaRPr lang="en-US" altLang="ko-KR" smtClean="0"/>
          </a:p>
          <a:p>
            <a:r>
              <a:rPr lang="en-US" altLang="ko-KR" smtClean="0"/>
              <a:t>1</a:t>
            </a:r>
            <a:r>
              <a:rPr lang="ko-KR" altLang="en-US" smtClean="0"/>
              <a:t>개의 필요 동작을 연속된 이미지로 만든다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45329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본 애니메이션 </a:t>
            </a:r>
            <a:r>
              <a:rPr lang="en-US" altLang="ko-KR" smtClean="0"/>
              <a:t>Bone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실사</a:t>
            </a:r>
            <a:r>
              <a:rPr lang="en-US" altLang="ko-KR" smtClean="0"/>
              <a:t>/</a:t>
            </a:r>
            <a:r>
              <a:rPr lang="ko-KR" altLang="en-US" smtClean="0"/>
              <a:t>도트</a:t>
            </a:r>
            <a:r>
              <a:rPr lang="en-US" altLang="ko-KR" smtClean="0"/>
              <a:t>/</a:t>
            </a:r>
            <a:r>
              <a:rPr lang="ko-KR" altLang="en-US" smtClean="0"/>
              <a:t>원화</a:t>
            </a:r>
            <a:r>
              <a:rPr lang="en-US" altLang="ko-KR" smtClean="0"/>
              <a:t>/3d</a:t>
            </a:r>
            <a:r>
              <a:rPr lang="ko-KR" altLang="en-US" smtClean="0"/>
              <a:t>모델링이미지 를 </a:t>
            </a:r>
            <a:r>
              <a:rPr lang="en-US" altLang="ko-KR" smtClean="0"/>
              <a:t>layer</a:t>
            </a:r>
            <a:r>
              <a:rPr lang="ko-KR" altLang="en-US" smtClean="0"/>
              <a:t>를 구분해서 애니메이션을 만드는 것 </a:t>
            </a:r>
            <a:r>
              <a:rPr lang="en-US" altLang="ko-KR" smtClean="0"/>
              <a:t>/ </a:t>
            </a:r>
            <a:r>
              <a:rPr lang="ko-KR" altLang="en-US" smtClean="0"/>
              <a:t>라이브 </a:t>
            </a:r>
            <a:r>
              <a:rPr lang="en-US" altLang="ko-KR" smtClean="0"/>
              <a:t>2D</a:t>
            </a:r>
          </a:p>
          <a:p>
            <a:endParaRPr lang="en-US" altLang="ko-KR"/>
          </a:p>
          <a:p>
            <a:r>
              <a:rPr lang="ko-KR" altLang="en-US" smtClean="0"/>
              <a:t>움직임에 맞춰서 이미지가 깨지지 않게 리깅 작업을 해줌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26424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6" name="Picture 12" descr="사막배경_모바일게임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5356" y="1690688"/>
            <a:ext cx="8621288" cy="48525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애니메이션 개념 잡기</a:t>
            </a:r>
            <a:endParaRPr lang="ko-KR" altLang="en-US"/>
          </a:p>
        </p:txBody>
      </p:sp>
      <p:sp>
        <p:nvSpPr>
          <p:cNvPr id="8" name="모서리가 둥근 직사각형 7"/>
          <p:cNvSpPr/>
          <p:nvPr/>
        </p:nvSpPr>
        <p:spPr>
          <a:xfrm>
            <a:off x="1454727" y="1690688"/>
            <a:ext cx="9282546" cy="4852555"/>
          </a:xfrm>
          <a:prstGeom prst="roundRect">
            <a:avLst>
              <a:gd name="adj" fmla="val 7184"/>
            </a:avLst>
          </a:prstGeom>
          <a:solidFill>
            <a:schemeClr val="bg1">
              <a:lumMod val="75000"/>
              <a:alpha val="78000"/>
            </a:schemeClr>
          </a:solidFill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40" name="Picture 16" descr="ArtStation - Pixel Game Character Animations"/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3366" y="4045528"/>
            <a:ext cx="1839364" cy="17110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" name="직선 연결선 10"/>
          <p:cNvCxnSpPr/>
          <p:nvPr/>
        </p:nvCxnSpPr>
        <p:spPr>
          <a:xfrm>
            <a:off x="1785356" y="5756564"/>
            <a:ext cx="8621288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42" name="Picture 18" descr="Hero running cycle - pixel by Genbaku on DeviantArt | Pixel art characters,  Pixel animation, Pixel art"/>
          <p:cNvPicPr>
            <a:picLocks noChangeArrowheads="1" noCrop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8510531" y="4262474"/>
            <a:ext cx="1602616" cy="16031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44940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875E-6 -0.0007 L -1.875E-6 4.07407E-6 C -0.00169 -0.00394 -0.00325 -0.00695 -0.00456 -0.00973 C -0.01133 -0.02223 -0.00456 -0.00811 -0.00937 -0.01737 C -0.01054 -0.01875 -0.01107 -0.02084 -0.01146 -0.02199 C -0.02474 -0.03936 -0.01146 -0.01991 -0.02109 -0.03102 C -0.02148 -0.03241 -0.02278 -0.03403 -0.02357 -0.03542 C -0.02448 -0.03658 -0.02526 -0.03658 -0.02552 -0.03681 C -0.02656 -0.03797 -0.02708 -0.03936 -0.02773 -0.04005 C -0.02877 -0.04098 -0.02956 -0.04098 -0.03073 -0.04167 C -0.03164 -0.04237 -0.03346 -0.04375 -0.03489 -0.04491 C -0.03554 -0.04514 -0.0362 -0.04584 -0.03685 -0.04584 C -0.03802 -0.04653 -0.0388 -0.04699 -0.03958 -0.04769 C -0.04127 -0.04838 -0.04232 -0.05047 -0.04375 -0.05047 C -0.04622 -0.05116 -0.04844 -0.05139 -0.05104 -0.05162 C -0.06133 -0.05139 -0.07148 -0.05162 -0.08177 -0.05047 C -0.08281 -0.05047 -0.08372 -0.04838 -0.08437 -0.04769 C -0.08554 -0.04699 -0.08594 -0.04653 -0.08646 -0.04584 C -0.08763 -0.04514 -0.08815 -0.04445 -0.08893 -0.04306 C -0.09114 -0.03889 -0.09036 -0.03866 -0.09336 -0.03542 C -0.09388 -0.03473 -0.09427 -0.03449 -0.09518 -0.03403 C -0.09635 -0.03102 -0.09804 -0.02778 -0.09935 -0.025 C -0.09987 -0.02362 -0.10091 -0.02223 -0.10143 -0.02014 C -0.10195 -0.01875 -0.10234 -0.01713 -0.10273 -0.01598 C -0.10416 -0.0125 -0.10521 -0.00764 -0.10716 -0.00695 C -0.10807 -0.00625 -0.10885 -0.00556 -0.10989 -0.00533 C -0.11693 0.00069 -0.1082 -0.00463 -0.11562 -0.0007 C -0.11966 -0.00139 -0.12396 -0.00139 -0.12825 -0.00209 C -0.13008 -0.00255 -0.13138 -0.00348 -0.13307 -0.00394 C -0.14193 -0.00625 -0.13528 -0.00417 -0.14284 -0.00695 C -0.14713 -0.0132 -0.14232 -0.00695 -0.15052 -0.01297 C -0.15117 -0.0132 -0.15208 -0.01389 -0.15273 -0.01436 C -0.15364 -0.01528 -0.15443 -0.01667 -0.15534 -0.01737 C -0.15703 -0.01852 -0.15872 -0.01852 -0.16054 -0.01875 C -0.16679 -0.0257 -0.1638 -0.02408 -0.16875 -0.02639 C -0.1707 -0.02848 -0.17265 -0.03125 -0.17448 -0.03264 C -0.17669 -0.0338 -0.1789 -0.03449 -0.18125 -0.03542 C -0.18281 -0.03612 -0.18398 -0.03612 -0.18476 -0.03681 C -0.1862 -0.0382 -0.18724 -0.03936 -0.18867 -0.04005 C -0.18932 -0.04098 -0.19088 -0.04144 -0.19206 -0.04167 C -0.197 -0.04375 -0.19883 -0.04375 -0.20469 -0.04491 C -0.21198 -0.04445 -0.2194 -0.04445 -0.22708 -0.04306 C -0.22825 -0.04283 -0.22903 -0.04098 -0.22969 -0.04005 C -0.23151 -0.03889 -0.23359 -0.03797 -0.23541 -0.03681 C -0.24114 -0.03449 -0.23698 -0.03681 -0.24258 -0.03264 C -0.24375 -0.03125 -0.24531 -0.03056 -0.24661 -0.02963 C -0.24726 -0.02894 -0.24844 -0.02848 -0.24883 -0.02778 C -0.25 -0.02639 -0.25117 -0.02477 -0.25234 -0.02362 C -0.25338 -0.02223 -0.25403 -0.02269 -0.25534 -0.02199 C -0.25716 -0.02014 -0.25872 -0.01713 -0.26081 -0.01598 C -0.26367 -0.01389 -0.26198 -0.01459 -0.26562 -0.01297 C -0.26614 -0.01181 -0.26706 -0.01042 -0.26784 -0.00973 C -0.26875 -0.00834 -0.27174 -0.00741 -0.27278 -0.00695 L -0.30364 -0.00973 C -0.30508 -0.01019 -0.30625 -0.01088 -0.30781 -0.01112 C -0.30846 -0.01158 -0.30924 -0.0125 -0.30976 -0.01297 C -0.31458 -0.01598 -0.31081 -0.01297 -0.31693 -0.01598 C -0.31797 -0.01644 -0.31836 -0.01667 -0.31875 -0.01737 C -0.32135 -0.01875 -0.32383 -0.01875 -0.32617 -0.02014 C -0.32656 -0.02084 -0.32916 -0.00139 -0.32982 -0.00162 " pathEditMode="relative" rAng="0" ptsTypes="AAAAAAAAAAAAAAAAAAAAAAAAAAAAAAAAAAAAAAAAAAAAAAAAAAAAAAAAAAAA">
                                      <p:cBhvr>
                                        <p:cTn id="16" dur="2000" fill="hold"/>
                                        <p:tgtEl>
                                          <p:spTgt spid="10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497" y="-2523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6.04167E-6 1.85185E-6 L 6.04167E-6 1.85185E-6 C 0.00027 -0.0206 6.04167E-6 -0.04143 0.00079 -0.06204 C 0.00092 -0.06389 0.00209 -0.06504 0.00248 -0.06667 C 0.003 -0.06875 0.00391 -0.0787 0.00417 -0.08032 C 0.00678 -0.09907 0.00274 -0.06458 0.00587 -0.09236 C 0.00678 -0.0919 0.00782 -0.09213 0.00847 -0.09097 C 0.00912 -0.08981 0.00912 -0.08796 0.00925 -0.08634 C 0.00964 -0.08333 0.00977 -0.08032 0.01016 -0.07731 C 0.01068 -0.07315 0.01186 -0.06504 0.01186 -0.06504 C 0.01238 -0.05555 0.0112 -0.04491 0.01355 -0.03634 C 0.01602 -0.02731 0.01485 -0.03241 0.01693 -0.02106 C 0.01732 -0.01967 0.01732 -0.01782 0.01785 -0.01667 L 0.01954 -0.01204 C 0.02006 -0.00926 0.0211 -0.00092 0.02292 0.00162 C 0.0237 0.00255 0.02462 0.00255 0.02553 0.00324 C 0.03269 0.00162 0.03217 0.00463 0.03568 -0.00301 C 0.03633 -0.0044 0.03699 -0.00579 0.03738 -0.00741 C 0.03816 -0.01042 0.03907 -0.01667 0.03907 -0.01667 C 0.03946 -0.01967 0.03946 -0.02268 0.03998 -0.02569 C 0.04024 -0.02754 0.04141 -0.02847 0.04167 -0.03032 C 0.0418 -0.03125 0.04271 -0.04329 0.04337 -0.04537 C 0.04402 -0.04722 0.04506 -0.04838 0.04597 -0.05 C 0.04688 -0.05324 0.04792 -0.05787 0.04936 -0.06065 C 0.05092 -0.06389 0.05274 -0.06667 0.05443 -0.06967 C 0.05574 -0.07199 0.05769 -0.07592 0.05951 -0.07731 C 0.06094 -0.07824 0.06238 -0.07824 0.06381 -0.07893 C 0.06902 -0.07662 0.06615 -0.07801 0.0724 -0.0743 L 0.07488 -0.07268 L 0.07657 -0.06366 C 0.07683 -0.06204 0.07709 -0.06042 0.07748 -0.05903 C 0.078 -0.05717 0.07865 -0.05509 0.07917 -0.05301 C 0.07982 -0.05 0.08048 -0.04699 0.08087 -0.04398 C 0.08113 -0.04143 0.08126 -0.03866 0.08178 -0.03634 C 0.08204 -0.03472 0.08282 -0.03333 0.08347 -0.03171 C 0.08386 -0.02847 0.08516 -0.01875 0.08594 -0.01667 L 0.08764 -0.01204 C 0.08777 -0.01157 0.08894 -0.00254 0.08933 -0.00139 C 0.08972 -0.00046 0.0905 -0.00046 0.09115 1.85185E-6 " pathEditMode="relative" ptsTypes="AAAAAAAAAAAAAAAAAAAAAAAAAAAAAAAAAAAAAAA">
                                      <p:cBhvr>
                                        <p:cTn id="18" dur="2000" fill="hold"/>
                                        <p:tgtEl>
                                          <p:spTgt spid="10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500"/>
                            </p:stCondLst>
                            <p:childTnLst>
                              <p:par>
                                <p:cTn id="20" presetID="32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1" dur="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2" dur="10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10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3" dur="1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0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4" dur="1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10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5" dur="1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6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7" dur="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8" dur="100" fill="hold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10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9" dur="1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0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0" dur="1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10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1" dur="1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000"/>
                            </p:stCondLst>
                            <p:childTnLst>
                              <p:par>
                                <p:cTn id="33" presetID="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4" dur="500" fill="hold"/>
                                        <p:tgtEl>
                                          <p:spTgt spid="1040"/>
                                        </p:tgtEl>
                                      </p:cBhvr>
                                      <p:by x="50000" y="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500"/>
                            </p:stCondLst>
                            <p:childTnLst>
                              <p:par>
                                <p:cTn id="36" presetID="14" presetClass="exit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7" dur="1000"/>
                                        <p:tgtEl>
                                          <p:spTgt spid="10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</TotalTime>
  <Words>172</Words>
  <Application>Microsoft Office PowerPoint</Application>
  <PresentationFormat>와이드스크린</PresentationFormat>
  <Paragraphs>46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4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2D 원화</vt:lpstr>
      <vt:lpstr>픽셀 PIXEL</vt:lpstr>
      <vt:lpstr>3D 모델링</vt:lpstr>
      <vt:lpstr>애니메이션 (2D + 3D)</vt:lpstr>
      <vt:lpstr>이펙트</vt:lpstr>
      <vt:lpstr>애니메이션</vt:lpstr>
      <vt:lpstr>본 애니메이션 Bone</vt:lpstr>
      <vt:lpstr>애니메이션 개념 잡기</vt:lpstr>
    </vt:vector>
  </TitlesOfParts>
  <Company>Organization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FullName</dc:creator>
  <cp:lastModifiedBy>FullName</cp:lastModifiedBy>
  <cp:revision>8</cp:revision>
  <dcterms:created xsi:type="dcterms:W3CDTF">2026-02-26T04:57:44Z</dcterms:created>
  <dcterms:modified xsi:type="dcterms:W3CDTF">2026-02-26T06:53:15Z</dcterms:modified>
</cp:coreProperties>
</file>