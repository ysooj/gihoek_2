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5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98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19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90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11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65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83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727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06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371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94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76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59E61-3C3A-4706-9F22-82B3F7CE2E31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9C5BA-1638-415C-8695-A35FD98DC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936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내일부터 </a:t>
            </a:r>
            <a:r>
              <a:rPr lang="en-US" altLang="ko-KR" smtClean="0"/>
              <a:t>7</a:t>
            </a:r>
            <a:r>
              <a:rPr lang="ko-KR" altLang="en-US" smtClean="0"/>
              <a:t>일동안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유니티</a:t>
            </a:r>
            <a:r>
              <a:rPr lang="en-US" altLang="ko-KR" smtClean="0"/>
              <a:t>] </a:t>
            </a:r>
            <a:r>
              <a:rPr lang="ko-KR" altLang="en-US" smtClean="0"/>
              <a:t>를 배울 것이다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나는 유니티를 배우는 </a:t>
            </a:r>
            <a:r>
              <a:rPr lang="en-US" altLang="ko-KR" smtClean="0"/>
              <a:t>7</a:t>
            </a:r>
            <a:r>
              <a:rPr lang="ko-KR" altLang="en-US" smtClean="0"/>
              <a:t>일 동안</a:t>
            </a:r>
            <a:endParaRPr lang="en-US" altLang="ko-KR" smtClean="0"/>
          </a:p>
          <a:p>
            <a:r>
              <a:rPr lang="ko-KR" altLang="en-US" smtClean="0"/>
              <a:t>집에서 수업을 듣자</a:t>
            </a:r>
            <a:r>
              <a:rPr lang="en-US" altLang="ko-KR" smtClean="0"/>
              <a:t>!</a:t>
            </a:r>
          </a:p>
          <a:p>
            <a:endParaRPr lang="en-US" altLang="ko-KR"/>
          </a:p>
          <a:p>
            <a:r>
              <a:rPr lang="ko-KR" altLang="en-US" smtClean="0"/>
              <a:t>원래는 </a:t>
            </a:r>
            <a:r>
              <a:rPr lang="en-US" altLang="ko-KR" smtClean="0"/>
              <a:t>6</a:t>
            </a:r>
            <a:r>
              <a:rPr lang="ko-KR" altLang="en-US" smtClean="0"/>
              <a:t>일 과정이나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하루 추가된 </a:t>
            </a:r>
            <a:r>
              <a:rPr lang="en-US" altLang="ko-KR" smtClean="0"/>
              <a:t>1</a:t>
            </a:r>
            <a:r>
              <a:rPr lang="ko-KR" altLang="en-US" smtClean="0"/>
              <a:t>일은 </a:t>
            </a:r>
            <a:r>
              <a:rPr lang="en-US" altLang="ko-KR" smtClean="0"/>
              <a:t>UI</a:t>
            </a:r>
            <a:r>
              <a:rPr lang="ko-KR" altLang="en-US" smtClean="0"/>
              <a:t>관련</a:t>
            </a:r>
            <a:r>
              <a:rPr lang="en-US" altLang="ko-KR" smtClean="0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247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배울 내용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키 매핑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지형 지물</a:t>
            </a:r>
            <a:r>
              <a:rPr lang="en-US" altLang="ko-KR" smtClean="0"/>
              <a:t>, </a:t>
            </a:r>
            <a:r>
              <a:rPr lang="ko-KR" altLang="en-US" smtClean="0"/>
              <a:t>그것들과 상호작용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맵 세팅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스크립트 </a:t>
            </a:r>
            <a:r>
              <a:rPr lang="en-US" altLang="ko-KR" smtClean="0"/>
              <a:t>(</a:t>
            </a:r>
            <a:r>
              <a:rPr lang="ko-KR" altLang="en-US" smtClean="0"/>
              <a:t>예</a:t>
            </a:r>
            <a:r>
              <a:rPr lang="en-US" altLang="ko-KR" smtClean="0"/>
              <a:t>: </a:t>
            </a:r>
            <a:r>
              <a:rPr lang="ko-KR" altLang="en-US" smtClean="0"/>
              <a:t>퀘스트</a:t>
            </a:r>
            <a:r>
              <a:rPr lang="en-US" altLang="ko-KR" smtClean="0"/>
              <a:t>)		- </a:t>
            </a:r>
            <a:r>
              <a:rPr lang="ko-KR" altLang="en-US" smtClean="0"/>
              <a:t>레벨 디자이너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몬스터</a:t>
            </a:r>
            <a:r>
              <a:rPr lang="en-US" altLang="ko-KR" smtClean="0"/>
              <a:t>, NPC</a:t>
            </a:r>
            <a:r>
              <a:rPr lang="ko-KR" altLang="en-US" smtClean="0"/>
              <a:t>의 행동 패턴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UI </a:t>
            </a:r>
            <a:r>
              <a:rPr lang="ko-KR" altLang="en-US" smtClean="0"/>
              <a:t>버튼 기능</a:t>
            </a:r>
            <a:r>
              <a:rPr lang="en-US" altLang="ko-KR" smtClean="0"/>
              <a:t>	- </a:t>
            </a:r>
            <a:r>
              <a:rPr lang="ko-KR" altLang="en-US" smtClean="0"/>
              <a:t>시스템 디자이너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0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36" y="590154"/>
            <a:ext cx="8440328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99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개발 공정에서</a:t>
            </a:r>
            <a:r>
              <a:rPr lang="en-US" altLang="ko-KR" smtClean="0"/>
              <a:t> </a:t>
            </a:r>
            <a:r>
              <a:rPr lang="ko-KR" altLang="en-US" smtClean="0"/>
              <a:t>타이틀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58536"/>
            <a:ext cx="10515600" cy="549946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Prototype : </a:t>
            </a:r>
            <a:r>
              <a:rPr lang="ko-KR" altLang="en-US" smtClean="0"/>
              <a:t>처음으로 게임 실행 구조가 나올 때 게임 버전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과거에는 프로토타입만 나와도 됨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현재는 게임이 잘 만들어지고 있다는 보고같은 역할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Alpha : </a:t>
            </a:r>
            <a:r>
              <a:rPr lang="ko-KR" altLang="en-US" smtClean="0"/>
              <a:t>플레이의 매커니즘</a:t>
            </a:r>
            <a:r>
              <a:rPr lang="en-US" altLang="ko-KR" smtClean="0"/>
              <a:t>. </a:t>
            </a:r>
            <a:r>
              <a:rPr lang="ko-KR" altLang="en-US" smtClean="0"/>
              <a:t>게임의 정의를 통한 순환 구조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Main play</a:t>
            </a:r>
            <a:r>
              <a:rPr lang="ko-KR" altLang="en-US" smtClean="0"/>
              <a:t>의 요소가 들어있는 정상적인 실행 구조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FGT </a:t>
            </a:r>
            <a:r>
              <a:rPr lang="ko-KR" altLang="en-US" smtClean="0"/>
              <a:t>버전 </a:t>
            </a:r>
            <a:r>
              <a:rPr lang="en-US" altLang="ko-KR" smtClean="0"/>
              <a:t>: Fun-Qa</a:t>
            </a:r>
            <a:r>
              <a:rPr lang="ko-KR" altLang="en-US" smtClean="0"/>
              <a:t>가 작업하는 영역이 아닌</a:t>
            </a:r>
            <a:r>
              <a:rPr lang="en-US" altLang="ko-KR" smtClean="0"/>
              <a:t>, </a:t>
            </a:r>
            <a:r>
              <a:rPr lang="ko-KR" altLang="en-US" smtClean="0"/>
              <a:t>우리 게임을 플레이하는 타겟층을 기준으로 그들이 재밌어하는 버전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CBT : </a:t>
            </a:r>
            <a:r>
              <a:rPr lang="ko-KR" altLang="en-US" smtClean="0"/>
              <a:t>특정 유저들만 들어올 수 있는</a:t>
            </a:r>
            <a:r>
              <a:rPr lang="en-US" altLang="ko-KR" smtClean="0"/>
              <a:t>, </a:t>
            </a:r>
            <a:r>
              <a:rPr lang="ko-KR" altLang="en-US" smtClean="0"/>
              <a:t>폐쇄적인 인원 구성 테스트 버전</a:t>
            </a:r>
            <a:r>
              <a:rPr lang="en-US" altLang="ko-KR" smtClean="0"/>
              <a:t>. </a:t>
            </a:r>
            <a:r>
              <a:rPr lang="ko-KR" altLang="en-US" smtClean="0"/>
              <a:t>이 버전은 거의 대부분 완성이라고 보면 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OB : </a:t>
            </a:r>
            <a:r>
              <a:rPr lang="ko-KR" altLang="en-US" smtClean="0"/>
              <a:t>오픈 베타</a:t>
            </a:r>
            <a:r>
              <a:rPr lang="en-US" altLang="ko-KR" smtClean="0"/>
              <a:t>. ‘</a:t>
            </a:r>
            <a:r>
              <a:rPr lang="ko-KR" altLang="en-US" smtClean="0"/>
              <a:t>출시</a:t>
            </a:r>
            <a:r>
              <a:rPr lang="en-US" altLang="ko-KR" smtClean="0"/>
              <a:t>’</a:t>
            </a:r>
            <a:r>
              <a:rPr lang="ko-KR" altLang="en-US" smtClean="0"/>
              <a:t>하는 개념이라서</a:t>
            </a:r>
            <a:r>
              <a:rPr lang="en-US" altLang="ko-KR" smtClean="0"/>
              <a:t>, </a:t>
            </a:r>
            <a:r>
              <a:rPr lang="ko-KR" altLang="en-US" smtClean="0"/>
              <a:t>테스트가 아닌 서비스</a:t>
            </a:r>
            <a:r>
              <a:rPr lang="en-US" altLang="ko-KR" smtClean="0"/>
              <a:t>. </a:t>
            </a:r>
            <a:r>
              <a:rPr lang="ko-KR" altLang="en-US" smtClean="0"/>
              <a:t>출시 타이틀</a:t>
            </a:r>
            <a:r>
              <a:rPr lang="en-US" altLang="ko-KR" smtClean="0"/>
              <a:t>. </a:t>
            </a:r>
            <a:r>
              <a:rPr lang="ko-KR" altLang="en-US" smtClean="0"/>
              <a:t>동접 수</a:t>
            </a:r>
            <a:r>
              <a:rPr lang="en-US" altLang="ko-KR" smtClean="0"/>
              <a:t>,  </a:t>
            </a:r>
            <a:r>
              <a:rPr lang="ko-KR" altLang="en-US" smtClean="0"/>
              <a:t>판매 수가 중요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MD : </a:t>
            </a:r>
            <a:r>
              <a:rPr lang="ko-KR" altLang="en-US" smtClean="0"/>
              <a:t>상용화 버전</a:t>
            </a:r>
            <a:r>
              <a:rPr lang="en-US" altLang="ko-KR" smtClean="0"/>
              <a:t>. </a:t>
            </a:r>
            <a:r>
              <a:rPr lang="ko-KR" altLang="en-US" smtClean="0"/>
              <a:t>부분 유료화</a:t>
            </a:r>
            <a:r>
              <a:rPr lang="en-US" altLang="ko-KR" smtClean="0"/>
              <a:t>, </a:t>
            </a:r>
            <a:r>
              <a:rPr lang="ko-KR" altLang="en-US" smtClean="0"/>
              <a:t>확장 패키지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유지 보수 </a:t>
            </a:r>
            <a:r>
              <a:rPr lang="en-US" altLang="ko-KR" smtClean="0"/>
              <a:t>/ </a:t>
            </a:r>
            <a:r>
              <a:rPr lang="ko-KR" altLang="en-US" smtClean="0"/>
              <a:t>확장팩 </a:t>
            </a:r>
            <a:r>
              <a:rPr lang="en-US" altLang="ko-KR" smtClean="0"/>
              <a:t>/ </a:t>
            </a:r>
            <a:r>
              <a:rPr lang="ko-KR" altLang="en-US" smtClean="0"/>
              <a:t>시즌 </a:t>
            </a:r>
            <a:r>
              <a:rPr lang="en-US" altLang="ko-KR" smtClean="0"/>
              <a:t>2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9790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715" y="236500"/>
            <a:ext cx="9080827" cy="643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50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직급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486400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mtClean="0"/>
              <a:t>사원 </a:t>
            </a:r>
            <a:r>
              <a:rPr lang="en-US" altLang="ko-KR"/>
              <a:t>=</a:t>
            </a:r>
            <a:r>
              <a:rPr lang="en-US" altLang="ko-KR" smtClean="0"/>
              <a:t> </a:t>
            </a:r>
            <a:r>
              <a:rPr lang="ko-KR" altLang="en-US" smtClean="0"/>
              <a:t>연구원</a:t>
            </a:r>
            <a:endParaRPr lang="en-US" altLang="ko-KR" smtClean="0"/>
          </a:p>
          <a:p>
            <a:r>
              <a:rPr lang="en-US" altLang="ko-KR" smtClean="0"/>
              <a:t>(</a:t>
            </a:r>
            <a:r>
              <a:rPr lang="ko-KR" altLang="en-US" smtClean="0"/>
              <a:t>주임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대리 </a:t>
            </a:r>
            <a:r>
              <a:rPr lang="en-US" altLang="ko-KR" smtClean="0"/>
              <a:t>= </a:t>
            </a:r>
            <a:r>
              <a:rPr lang="ko-KR" altLang="en-US" smtClean="0"/>
              <a:t>전임 연구원</a:t>
            </a:r>
            <a:endParaRPr lang="en-US" altLang="ko-KR" smtClean="0"/>
          </a:p>
          <a:p>
            <a:r>
              <a:rPr lang="ko-KR" altLang="en-US" smtClean="0"/>
              <a:t>과장 </a:t>
            </a:r>
            <a:r>
              <a:rPr lang="en-US" altLang="ko-KR" smtClean="0"/>
              <a:t>= </a:t>
            </a:r>
            <a:r>
              <a:rPr lang="ko-KR" altLang="en-US" smtClean="0"/>
              <a:t>선임 연구원</a:t>
            </a:r>
            <a:endParaRPr lang="en-US" altLang="ko-KR" smtClean="0"/>
          </a:p>
          <a:p>
            <a:r>
              <a:rPr lang="ko-KR" altLang="en-US" smtClean="0"/>
              <a:t>차장</a:t>
            </a:r>
            <a:endParaRPr lang="en-US" altLang="ko-KR" smtClean="0"/>
          </a:p>
          <a:p>
            <a:r>
              <a:rPr lang="ko-KR" altLang="en-US" smtClean="0"/>
              <a:t>부장급 이상 </a:t>
            </a:r>
            <a:r>
              <a:rPr lang="en-US" altLang="ko-KR" smtClean="0"/>
              <a:t>= </a:t>
            </a:r>
            <a:r>
              <a:rPr lang="ko-KR" altLang="en-US" smtClean="0"/>
              <a:t>책임 연구원</a:t>
            </a:r>
            <a:endParaRPr lang="en-US" altLang="ko-KR" smtClean="0"/>
          </a:p>
          <a:p>
            <a:r>
              <a:rPr lang="ko-KR" altLang="en-US" smtClean="0"/>
              <a:t>수석 연구원 </a:t>
            </a:r>
            <a:r>
              <a:rPr lang="en-US" altLang="ko-KR" smtClean="0"/>
              <a:t>=&gt; </a:t>
            </a:r>
            <a:r>
              <a:rPr lang="ko-KR" altLang="en-US" smtClean="0"/>
              <a:t>임원 직전 혹은 임원</a:t>
            </a:r>
            <a:endParaRPr lang="en-US" altLang="ko-KR" smtClean="0"/>
          </a:p>
          <a:p>
            <a:r>
              <a:rPr lang="ko-KR" altLang="en-US" smtClean="0"/>
              <a:t>임원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직급에 따라 개발자가 영향을 받느냐</a:t>
            </a:r>
            <a:r>
              <a:rPr lang="en-US" altLang="ko-KR" smtClean="0"/>
              <a:t>?</a:t>
            </a:r>
          </a:p>
          <a:p>
            <a:r>
              <a:rPr lang="en-US" altLang="ko-KR" smtClean="0"/>
              <a:t>NO! </a:t>
            </a:r>
            <a:r>
              <a:rPr lang="ko-KR" altLang="en-US" smtClean="0"/>
              <a:t>개발자는 실력 </a:t>
            </a:r>
            <a:r>
              <a:rPr lang="en-US" altLang="ko-KR" smtClean="0"/>
              <a:t>(</a:t>
            </a:r>
            <a:r>
              <a:rPr lang="ko-KR" altLang="en-US" smtClean="0"/>
              <a:t>혹은 인맥</a:t>
            </a:r>
            <a:r>
              <a:rPr lang="en-US" altLang="ko-KR" smtClean="0"/>
              <a:t>)</a:t>
            </a:r>
          </a:p>
          <a:p>
            <a:endParaRPr lang="en-US" altLang="ko-KR"/>
          </a:p>
          <a:p>
            <a:r>
              <a:rPr lang="ko-KR" altLang="en-US" smtClean="0"/>
              <a:t>직급은 단순히 경력 년수를 나타내는 지표일 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연봉과 관련돼서는 중요하긴 함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689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직급에 따른 게임 개발 결정 구조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PD, TD, AD, TA </a:t>
            </a:r>
            <a:r>
              <a:rPr lang="ko-KR" altLang="en-US" smtClean="0"/>
              <a:t>급의 사람들이 논의를 통해 어떤 게임을 만들 지 결정하게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기획 팀장급 사람이 이 결정 사항을 정리하고</a:t>
            </a:r>
            <a:endParaRPr lang="en-US" altLang="ko-KR" smtClean="0"/>
          </a:p>
          <a:p>
            <a:r>
              <a:rPr lang="en-US" altLang="ko-KR" smtClean="0"/>
              <a:t>(PM</a:t>
            </a:r>
            <a:r>
              <a:rPr lang="ko-KR" altLang="en-US" smtClean="0"/>
              <a:t>과 개발</a:t>
            </a:r>
            <a:r>
              <a:rPr lang="en-US" altLang="ko-KR" smtClean="0"/>
              <a:t>)</a:t>
            </a:r>
            <a:r>
              <a:rPr lang="ko-KR" altLang="en-US" smtClean="0"/>
              <a:t>사업 팀이 붙어서</a:t>
            </a:r>
            <a:r>
              <a:rPr lang="en-US" altLang="ko-KR" smtClean="0"/>
              <a:t>,</a:t>
            </a:r>
            <a:r>
              <a:rPr lang="ko-KR" altLang="en-US" smtClean="0"/>
              <a:t> 정리된 내용을 바탕으로 사업을 제안한다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 제안이 임원들 혹은 대표에게 인정</a:t>
            </a:r>
            <a:r>
              <a:rPr lang="en-US" altLang="ko-KR" smtClean="0"/>
              <a:t>(=</a:t>
            </a:r>
            <a:r>
              <a:rPr lang="ko-KR" altLang="en-US" smtClean="0"/>
              <a:t>허락</a:t>
            </a:r>
            <a:r>
              <a:rPr lang="en-US" altLang="ko-KR" smtClean="0"/>
              <a:t>)</a:t>
            </a:r>
            <a:r>
              <a:rPr lang="ko-KR" altLang="en-US" smtClean="0"/>
              <a:t>을 받으면 보고하고 개발이 시작됨</a:t>
            </a:r>
            <a:r>
              <a:rPr lang="en-US" altLang="ko-KR" smtClean="0"/>
              <a:t>. </a:t>
            </a:r>
            <a:r>
              <a:rPr lang="ko-KR" altLang="en-US" smtClean="0"/>
              <a:t>한국에서는 이 경우가 </a:t>
            </a:r>
            <a:r>
              <a:rPr lang="en-US" altLang="ko-KR" smtClean="0"/>
              <a:t>40%</a:t>
            </a:r>
          </a:p>
          <a:p>
            <a:r>
              <a:rPr lang="ko-KR" altLang="en-US" smtClean="0"/>
              <a:t>혹은 임원이나 대표가 어떤 게임을 만들라고 던질 수도 있음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한국에서는 이 경우가 </a:t>
            </a:r>
            <a:r>
              <a:rPr lang="en-US" altLang="ko-KR" smtClean="0"/>
              <a:t>60%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973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225622"/>
            <a:ext cx="9242820" cy="642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88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+ </a:t>
            </a:r>
            <a:r>
              <a:rPr lang="ko-KR" altLang="en-US" smtClean="0"/>
              <a:t>타이틀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장르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스타일 </a:t>
            </a:r>
            <a:r>
              <a:rPr lang="en-US" altLang="ko-KR" smtClean="0"/>
              <a:t>– </a:t>
            </a:r>
            <a:r>
              <a:rPr lang="ko-KR" altLang="en-US" smtClean="0"/>
              <a:t>메이플</a:t>
            </a:r>
            <a:r>
              <a:rPr lang="en-US" altLang="ko-KR" smtClean="0"/>
              <a:t>, </a:t>
            </a:r>
            <a:r>
              <a:rPr lang="ko-KR" altLang="en-US" smtClean="0"/>
              <a:t>아이온</a:t>
            </a:r>
            <a:r>
              <a:rPr lang="en-US" altLang="ko-KR" smtClean="0"/>
              <a:t>, </a:t>
            </a:r>
            <a:r>
              <a:rPr lang="ko-KR" altLang="en-US" smtClean="0"/>
              <a:t>던파 각각 스타일이 다름</a:t>
            </a:r>
            <a:endParaRPr lang="en-US" altLang="ko-KR" smtClean="0"/>
          </a:p>
          <a:p>
            <a:r>
              <a:rPr lang="en-US" altLang="ko-KR" smtClean="0"/>
              <a:t>MMORPG – </a:t>
            </a:r>
            <a:r>
              <a:rPr lang="ko-KR" altLang="en-US" smtClean="0"/>
              <a:t>캐주얼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             </a:t>
            </a:r>
            <a:r>
              <a:rPr lang="ko-KR" altLang="en-US" smtClean="0"/>
              <a:t>리얼타입</a:t>
            </a:r>
            <a:endParaRPr lang="en-US" altLang="ko-KR" smtClean="0"/>
          </a:p>
          <a:p>
            <a:r>
              <a:rPr lang="en-US" altLang="ko-KR" smtClean="0"/>
              <a:t>EPS + TPS – </a:t>
            </a:r>
            <a:r>
              <a:rPr lang="ko-KR" altLang="en-US" smtClean="0"/>
              <a:t>캐주얼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             </a:t>
            </a:r>
            <a:r>
              <a:rPr lang="ko-KR" altLang="en-US" smtClean="0"/>
              <a:t>리얼타입</a:t>
            </a:r>
            <a:endParaRPr lang="en-US" altLang="ko-KR" smtClean="0"/>
          </a:p>
          <a:p>
            <a:r>
              <a:rPr lang="ko-KR" altLang="en-US" smtClean="0"/>
              <a:t>아케이드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어떤 스타일의 게임 회사에 갈 지에 대해 고민해야 한다</a:t>
            </a:r>
            <a:r>
              <a:rPr lang="en-US" altLang="ko-KR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935" y="833128"/>
            <a:ext cx="2362530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53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유니티와 언리얼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국내는 언리얼에 비해 유니티의 비중이 높다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수업 중 어느 정도 수준을 낸 사람에 한해서는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수업이 끝나고 이력서에 넣을 수 있는 프로젝트를 경험할 거고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이 때 </a:t>
            </a:r>
            <a:r>
              <a:rPr lang="en-US" altLang="ko-KR" smtClean="0"/>
              <a:t>Unreal</a:t>
            </a:r>
            <a:r>
              <a:rPr lang="ko-KR" altLang="en-US" smtClean="0"/>
              <a:t>도 배울 것이다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619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219</Words>
  <Application>Microsoft Office PowerPoint</Application>
  <PresentationFormat>와이드스크린</PresentationFormat>
  <Paragraphs>56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내일부터 7일동안</vt:lpstr>
      <vt:lpstr>배울 내용</vt:lpstr>
      <vt:lpstr>PowerPoint 프레젠테이션</vt:lpstr>
      <vt:lpstr>개발 공정에서 타이틀</vt:lpstr>
      <vt:lpstr>PowerPoint 프레젠테이션</vt:lpstr>
      <vt:lpstr>직급</vt:lpstr>
      <vt:lpstr>직급에 따른 게임 개발 결정 구조</vt:lpstr>
      <vt:lpstr>PowerPoint 프레젠테이션</vt:lpstr>
      <vt:lpstr>+ 타이틀</vt:lpstr>
      <vt:lpstr>유니티와 언리얼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내일부터 7일동안</dc:title>
  <dc:creator>FullName</dc:creator>
  <cp:lastModifiedBy>FullName</cp:lastModifiedBy>
  <cp:revision>5</cp:revision>
  <dcterms:created xsi:type="dcterms:W3CDTF">2026-03-03T04:58:03Z</dcterms:created>
  <dcterms:modified xsi:type="dcterms:W3CDTF">2026-03-03T05:54:08Z</dcterms:modified>
</cp:coreProperties>
</file>