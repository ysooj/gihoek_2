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82" y="-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511C-5792-4EFF-BF91-AF04865C7243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AB209-2D13-48B7-A879-338FB41BD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027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511C-5792-4EFF-BF91-AF04865C7243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AB209-2D13-48B7-A879-338FB41BD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386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511C-5792-4EFF-BF91-AF04865C7243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AB209-2D13-48B7-A879-338FB41BD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862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511C-5792-4EFF-BF91-AF04865C7243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AB209-2D13-48B7-A879-338FB41BD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08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511C-5792-4EFF-BF91-AF04865C7243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AB209-2D13-48B7-A879-338FB41BD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81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511C-5792-4EFF-BF91-AF04865C7243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AB209-2D13-48B7-A879-338FB41BD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039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511C-5792-4EFF-BF91-AF04865C7243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AB209-2D13-48B7-A879-338FB41BD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8513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511C-5792-4EFF-BF91-AF04865C7243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AB209-2D13-48B7-A879-338FB41BD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13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511C-5792-4EFF-BF91-AF04865C7243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AB209-2D13-48B7-A879-338FB41BD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051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511C-5792-4EFF-BF91-AF04865C7243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AB209-2D13-48B7-A879-338FB41BD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253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4511C-5792-4EFF-BF91-AF04865C7243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AB209-2D13-48B7-A879-338FB41BD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381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4511C-5792-4EFF-BF91-AF04865C7243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AB209-2D13-48B7-A879-338FB41BDC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756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비용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회사 </a:t>
            </a:r>
            <a:r>
              <a:rPr lang="en-US" altLang="ko-KR" smtClean="0"/>
              <a:t>= </a:t>
            </a:r>
            <a:r>
              <a:rPr lang="ko-KR" altLang="en-US" smtClean="0"/>
              <a:t>이윤 추구 집단</a:t>
            </a:r>
            <a:endParaRPr lang="en-US" altLang="ko-KR" smtClean="0"/>
          </a:p>
          <a:p>
            <a:r>
              <a:rPr lang="ko-KR" altLang="en-US" smtClean="0"/>
              <a:t>적은 돈으로 많은 이윤을 남기기를 원한다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6868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신작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리틀 나이트메어 제작사 신작</a:t>
            </a:r>
            <a:r>
              <a:rPr lang="en-US" altLang="ko-KR" smtClean="0"/>
              <a:t>]</a:t>
            </a:r>
            <a:endParaRPr lang="en-US" altLang="ko-KR"/>
          </a:p>
          <a:p>
            <a:r>
              <a:rPr lang="ko-KR" altLang="en-US" smtClean="0"/>
              <a:t>캐릭터가 배경에서 붕 떠보이지 않는 느낌</a:t>
            </a:r>
            <a:endParaRPr lang="en-US" altLang="ko-KR" smtClean="0"/>
          </a:p>
          <a:p>
            <a:r>
              <a:rPr lang="ko-KR" altLang="en-US" smtClean="0"/>
              <a:t>대작이 아니더라도 괜찮다는 느낌을 준다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카메라 워킹도 중요하다</a:t>
            </a:r>
            <a:endParaRPr lang="en-US" altLang="ko-KR" smtClean="0"/>
          </a:p>
          <a:p>
            <a:endParaRPr lang="en-US" altLang="ko-KR"/>
          </a:p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라이즈</a:t>
            </a:r>
            <a:r>
              <a:rPr lang="en-US" altLang="ko-KR" smtClean="0"/>
              <a:t>?]</a:t>
            </a:r>
          </a:p>
          <a:p>
            <a:endParaRPr lang="en-US" altLang="ko-KR"/>
          </a:p>
          <a:p>
            <a:pPr marL="0" indent="0">
              <a:buNone/>
            </a:pPr>
            <a:r>
              <a:rPr lang="en-US" altLang="ko-KR" smtClean="0"/>
              <a:t>[(</a:t>
            </a:r>
            <a:r>
              <a:rPr lang="ko-KR" altLang="en-US" smtClean="0"/>
              <a:t>시나리오</a:t>
            </a:r>
            <a:r>
              <a:rPr lang="en-US" altLang="ko-KR" smtClean="0"/>
              <a:t>)</a:t>
            </a:r>
            <a:r>
              <a:rPr lang="ko-KR" altLang="en-US" smtClean="0"/>
              <a:t>액션 어드벤쳐 게임류</a:t>
            </a:r>
            <a:r>
              <a:rPr lang="en-US" altLang="ko-KR" smtClean="0"/>
              <a:t>]</a:t>
            </a:r>
          </a:p>
          <a:p>
            <a:r>
              <a:rPr lang="ko-KR" altLang="en-US" smtClean="0"/>
              <a:t>캐릭터가 매력있어야 성공한다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IP</a:t>
            </a:r>
            <a:r>
              <a:rPr lang="ko-KR" altLang="en-US" smtClean="0"/>
              <a:t>의 매력이 있어야 성공한다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프래그마타</a:t>
            </a:r>
            <a:r>
              <a:rPr lang="en-US" altLang="ko-KR" smtClean="0"/>
              <a:t>]</a:t>
            </a:r>
          </a:p>
          <a:p>
            <a:r>
              <a:rPr lang="ko-KR" altLang="en-US" smtClean="0"/>
              <a:t>기획과 그래픽의 방향성을 아주 잘 잡았다</a:t>
            </a:r>
            <a:r>
              <a:rPr lang="en-US" altLang="ko-KR" smtClean="0"/>
              <a:t>.</a:t>
            </a:r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2588441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스타일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게임 화면을 채울 때 필요한 </a:t>
            </a:r>
            <a:r>
              <a:rPr lang="en-US" altLang="ko-KR" smtClean="0"/>
              <a:t>3</a:t>
            </a:r>
            <a:r>
              <a:rPr lang="ko-KR" altLang="en-US" smtClean="0"/>
              <a:t>가지</a:t>
            </a:r>
            <a:endParaRPr lang="en-US" altLang="ko-KR" smtClean="0"/>
          </a:p>
          <a:p>
            <a:pPr lvl="1"/>
            <a:r>
              <a:rPr lang="ko-KR" altLang="en-US" smtClean="0"/>
              <a:t>게임이 지닌 상황</a:t>
            </a:r>
            <a:endParaRPr lang="en-US" altLang="ko-KR" smtClean="0"/>
          </a:p>
          <a:p>
            <a:pPr lvl="2"/>
            <a:r>
              <a:rPr lang="ko-KR" altLang="en-US" smtClean="0"/>
              <a:t>등장 인물</a:t>
            </a:r>
            <a:r>
              <a:rPr lang="en-US" altLang="ko-KR" smtClean="0"/>
              <a:t>(</a:t>
            </a:r>
            <a:r>
              <a:rPr lang="ko-KR" altLang="en-US" smtClean="0"/>
              <a:t>캐릭터</a:t>
            </a:r>
            <a:r>
              <a:rPr lang="en-US" altLang="ko-KR" smtClean="0"/>
              <a:t>)</a:t>
            </a:r>
          </a:p>
          <a:p>
            <a:pPr lvl="2"/>
            <a:r>
              <a:rPr lang="ko-KR" altLang="en-US" smtClean="0"/>
              <a:t>등장 무대</a:t>
            </a:r>
            <a:r>
              <a:rPr lang="en-US" altLang="ko-KR" smtClean="0"/>
              <a:t>(</a:t>
            </a:r>
            <a:r>
              <a:rPr lang="ko-KR" altLang="en-US" smtClean="0"/>
              <a:t>배경</a:t>
            </a:r>
            <a:r>
              <a:rPr lang="en-US" altLang="ko-KR" smtClean="0"/>
              <a:t>)</a:t>
            </a:r>
          </a:p>
          <a:p>
            <a:pPr lvl="2"/>
            <a:r>
              <a:rPr lang="ko-KR" altLang="en-US" smtClean="0"/>
              <a:t>대본</a:t>
            </a:r>
            <a:endParaRPr lang="en-US" altLang="ko-KR" smtClean="0"/>
          </a:p>
          <a:p>
            <a:pPr lvl="2"/>
            <a:endParaRPr lang="en-US" altLang="ko-KR"/>
          </a:p>
          <a:p>
            <a:pPr lvl="2"/>
            <a:r>
              <a:rPr lang="ko-KR" altLang="en-US" smtClean="0"/>
              <a:t>이 </a:t>
            </a:r>
            <a:r>
              <a:rPr lang="en-US" altLang="ko-KR" smtClean="0"/>
              <a:t>3</a:t>
            </a:r>
            <a:r>
              <a:rPr lang="ko-KR" altLang="en-US" smtClean="0"/>
              <a:t>가지의 합으로 이루어져있다</a:t>
            </a:r>
            <a:r>
              <a:rPr lang="en-US" altLang="ko-KR" smtClean="0"/>
              <a:t>.</a:t>
            </a:r>
          </a:p>
          <a:p>
            <a:pPr lvl="2"/>
            <a:endParaRPr lang="en-US" altLang="ko-KR" smtClean="0"/>
          </a:p>
          <a:p>
            <a:pPr lvl="1"/>
            <a:r>
              <a:rPr lang="ko-KR" altLang="en-US" smtClean="0"/>
              <a:t>재미 </a:t>
            </a:r>
            <a:r>
              <a:rPr lang="en-US" altLang="ko-KR" smtClean="0"/>
              <a:t>/ </a:t>
            </a:r>
            <a:r>
              <a:rPr lang="ko-KR" altLang="en-US" smtClean="0"/>
              <a:t>구현 요소 </a:t>
            </a:r>
            <a:r>
              <a:rPr lang="en-US" altLang="ko-KR" smtClean="0"/>
              <a:t>/ </a:t>
            </a:r>
            <a:r>
              <a:rPr lang="ko-KR" altLang="en-US" smtClean="0"/>
              <a:t>스타일</a:t>
            </a:r>
            <a:endParaRPr lang="en-US" altLang="ko-KR" smtClean="0"/>
          </a:p>
          <a:p>
            <a:pPr lvl="1"/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711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198" y="0"/>
            <a:ext cx="10515600" cy="677863"/>
          </a:xfrm>
        </p:spPr>
        <p:txBody>
          <a:bodyPr>
            <a:normAutofit/>
          </a:bodyPr>
          <a:lstStyle/>
          <a:p>
            <a:r>
              <a:rPr lang="en-US" altLang="ko-KR" sz="2000"/>
              <a:t> </a:t>
            </a:r>
            <a:r>
              <a:rPr lang="en-US" altLang="ko-KR" sz="2000" smtClean="0"/>
              <a:t>       --</a:t>
            </a:r>
            <a:r>
              <a:rPr lang="ko-KR" altLang="en-US" sz="2000" smtClean="0"/>
              <a:t>등장 인물</a:t>
            </a:r>
            <a:r>
              <a:rPr lang="en-US" altLang="ko-KR" sz="2000" smtClean="0"/>
              <a:t>--/</a:t>
            </a:r>
            <a:r>
              <a:rPr lang="ko-KR" altLang="en-US" sz="2000" smtClean="0"/>
              <a:t>               </a:t>
            </a:r>
            <a:r>
              <a:rPr lang="en-US" altLang="ko-KR" sz="2000" smtClean="0"/>
              <a:t>-</a:t>
            </a:r>
            <a:r>
              <a:rPr lang="ko-KR" altLang="en-US" sz="2000" smtClean="0"/>
              <a:t>등장 무대</a:t>
            </a:r>
            <a:r>
              <a:rPr lang="en-US" altLang="ko-KR" sz="2000" smtClean="0"/>
              <a:t>-/-----------</a:t>
            </a:r>
            <a:r>
              <a:rPr lang="ko-KR" altLang="en-US" sz="2000" smtClean="0"/>
              <a:t>대본</a:t>
            </a:r>
            <a:r>
              <a:rPr lang="en-US" altLang="ko-KR" sz="2000" smtClean="0"/>
              <a:t>------------</a:t>
            </a:r>
            <a:endParaRPr lang="ko-KR" altLang="en-US" sz="200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803762"/>
              </p:ext>
            </p:extLst>
          </p:nvPr>
        </p:nvGraphicFramePr>
        <p:xfrm>
          <a:off x="838198" y="677863"/>
          <a:ext cx="11262016" cy="4684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7752">
                  <a:extLst>
                    <a:ext uri="{9D8B030D-6E8A-4147-A177-3AD203B41FA5}">
                      <a16:colId xmlns:a16="http://schemas.microsoft.com/office/drawing/2014/main" val="2647771083"/>
                    </a:ext>
                  </a:extLst>
                </a:gridCol>
                <a:gridCol w="1407752">
                  <a:extLst>
                    <a:ext uri="{9D8B030D-6E8A-4147-A177-3AD203B41FA5}">
                      <a16:colId xmlns:a16="http://schemas.microsoft.com/office/drawing/2014/main" val="4102391004"/>
                    </a:ext>
                  </a:extLst>
                </a:gridCol>
                <a:gridCol w="1407752">
                  <a:extLst>
                    <a:ext uri="{9D8B030D-6E8A-4147-A177-3AD203B41FA5}">
                      <a16:colId xmlns:a16="http://schemas.microsoft.com/office/drawing/2014/main" val="396977475"/>
                    </a:ext>
                  </a:extLst>
                </a:gridCol>
                <a:gridCol w="1407752">
                  <a:extLst>
                    <a:ext uri="{9D8B030D-6E8A-4147-A177-3AD203B41FA5}">
                      <a16:colId xmlns:a16="http://schemas.microsoft.com/office/drawing/2014/main" val="3839391359"/>
                    </a:ext>
                  </a:extLst>
                </a:gridCol>
                <a:gridCol w="1407752">
                  <a:extLst>
                    <a:ext uri="{9D8B030D-6E8A-4147-A177-3AD203B41FA5}">
                      <a16:colId xmlns:a16="http://schemas.microsoft.com/office/drawing/2014/main" val="978665312"/>
                    </a:ext>
                  </a:extLst>
                </a:gridCol>
                <a:gridCol w="1407752">
                  <a:extLst>
                    <a:ext uri="{9D8B030D-6E8A-4147-A177-3AD203B41FA5}">
                      <a16:colId xmlns:a16="http://schemas.microsoft.com/office/drawing/2014/main" val="441118513"/>
                    </a:ext>
                  </a:extLst>
                </a:gridCol>
                <a:gridCol w="1407752">
                  <a:extLst>
                    <a:ext uri="{9D8B030D-6E8A-4147-A177-3AD203B41FA5}">
                      <a16:colId xmlns:a16="http://schemas.microsoft.com/office/drawing/2014/main" val="2755418964"/>
                    </a:ext>
                  </a:extLst>
                </a:gridCol>
                <a:gridCol w="1407752">
                  <a:extLst>
                    <a:ext uri="{9D8B030D-6E8A-4147-A177-3AD203B41FA5}">
                      <a16:colId xmlns:a16="http://schemas.microsoft.com/office/drawing/2014/main" val="3860844438"/>
                    </a:ext>
                  </a:extLst>
                </a:gridCol>
              </a:tblGrid>
              <a:tr h="57014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캐릭터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아이템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등장무대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소품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UI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시네마틱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네러티브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340237"/>
                  </a:ext>
                </a:extLst>
              </a:tr>
              <a:tr h="5701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원화 디자이너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캐릭터 원화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mtClean="0"/>
                        <a:t>캐릭터 원화</a:t>
                      </a:r>
                    </a:p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배경 원화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스토리보드 디자이너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mtClean="0"/>
                        <a:t>스토리보드 디자이너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445769"/>
                  </a:ext>
                </a:extLst>
              </a:tr>
              <a:tr h="5701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픽셀 아트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도트 디자이너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‘’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‘’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‘’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‘’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‘’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mtClean="0"/>
                        <a:t>‘’</a:t>
                      </a:r>
                      <a:endParaRPr lang="ko-KR" altLang="en-US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573425"/>
                  </a:ext>
                </a:extLst>
              </a:tr>
              <a:tr h="5701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스프라이트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/>
                        <a:t>도트 스프라이트</a:t>
                      </a:r>
                      <a:r>
                        <a:rPr lang="en-US" altLang="ko-KR" sz="1200" smtClean="0"/>
                        <a:t>/3D</a:t>
                      </a:r>
                      <a:r>
                        <a:rPr lang="ko-KR" altLang="en-US" sz="1200" smtClean="0"/>
                        <a:t>를 캡쳐해 </a:t>
                      </a:r>
                      <a:r>
                        <a:rPr lang="en-US" altLang="ko-KR" sz="1200" smtClean="0"/>
                        <a:t>2D </a:t>
                      </a:r>
                      <a:r>
                        <a:rPr lang="ko-KR" altLang="en-US" sz="1200" smtClean="0"/>
                        <a:t>이미지로 만들기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644705"/>
                  </a:ext>
                </a:extLst>
              </a:tr>
              <a:tr h="5701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모델러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smtClean="0"/>
                        <a:t>캐릭터 모델러</a:t>
                      </a:r>
                      <a:r>
                        <a:rPr lang="en-US" altLang="ko-KR" sz="1800" smtClean="0"/>
                        <a:t>(+</a:t>
                      </a:r>
                      <a:r>
                        <a:rPr lang="ko-KR" altLang="en-US" sz="1800" smtClean="0"/>
                        <a:t>소품</a:t>
                      </a:r>
                      <a:r>
                        <a:rPr lang="en-US" altLang="ko-KR" sz="1800" smtClean="0"/>
                        <a:t>/UI)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배경 모델러</a:t>
                      </a:r>
                      <a:r>
                        <a:rPr lang="en-US" altLang="ko-KR" smtClean="0"/>
                        <a:t>(+</a:t>
                      </a:r>
                      <a:r>
                        <a:rPr lang="ko-KR" altLang="en-US" smtClean="0"/>
                        <a:t>소품</a:t>
                      </a:r>
                      <a:r>
                        <a:rPr lang="en-US" altLang="ko-KR" smtClean="0"/>
                        <a:t>/UI)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하이 폴리곤</a:t>
                      </a:r>
                      <a:endParaRPr lang="en-US" altLang="ko-KR" smtClean="0"/>
                    </a:p>
                    <a:p>
                      <a:pPr latinLnBrk="1"/>
                      <a:r>
                        <a:rPr lang="en-US" altLang="ko-KR" smtClean="0"/>
                        <a:t>(</a:t>
                      </a:r>
                      <a:r>
                        <a:rPr lang="ko-KR" altLang="en-US" smtClean="0"/>
                        <a:t>영상 전담 모델러</a:t>
                      </a:r>
                      <a:r>
                        <a:rPr lang="en-US" altLang="ko-KR" smtClean="0"/>
                        <a:t>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921665"/>
                  </a:ext>
                </a:extLst>
              </a:tr>
              <a:tr h="5701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애니메이터</a:t>
                      </a:r>
                      <a:endParaRPr lang="en-US" altLang="ko-KR" smtClean="0"/>
                    </a:p>
                    <a:p>
                      <a:pPr latinLnBrk="1"/>
                      <a:r>
                        <a:rPr lang="en-US" altLang="ko-KR" smtClean="0"/>
                        <a:t>(2D+3D)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배경 모델러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651988"/>
                  </a:ext>
                </a:extLst>
              </a:tr>
              <a:tr h="5701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mtClean="0"/>
                        <a:t>이펙터</a:t>
                      </a:r>
                      <a:endParaRPr lang="en-US" altLang="ko-KR" smtClean="0"/>
                    </a:p>
                    <a:p>
                      <a:pPr latinLnBrk="1"/>
                      <a:r>
                        <a:rPr lang="en-US" altLang="ko-KR" smtClean="0"/>
                        <a:t>(</a:t>
                      </a:r>
                      <a:r>
                        <a:rPr lang="en-US" altLang="ko-KR" sz="1800" smtClean="0"/>
                        <a:t>2D+3D</a:t>
                      </a:r>
                      <a:r>
                        <a:rPr lang="en-US" altLang="ko-KR" smtClean="0"/>
                        <a:t>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mtClean="0"/>
                        <a:t>VFX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mtClean="0"/>
                        <a:t>Screen effect</a:t>
                      </a:r>
                      <a:endParaRPr lang="ko-KR" altLang="en-US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535275"/>
                  </a:ext>
                </a:extLst>
              </a:tr>
            </a:tbl>
          </a:graphicData>
        </a:graphic>
      </p:graphicFrame>
      <p:sp>
        <p:nvSpPr>
          <p:cNvPr id="6" name="제목 1"/>
          <p:cNvSpPr txBox="1">
            <a:spLocks/>
          </p:cNvSpPr>
          <p:nvPr/>
        </p:nvSpPr>
        <p:spPr>
          <a:xfrm>
            <a:off x="380996" y="1225147"/>
            <a:ext cx="285754" cy="19431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200" smtClean="0"/>
              <a:t>--2D--</a:t>
            </a:r>
            <a:endParaRPr lang="ko-KR" altLang="en-US" sz="2200"/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380996" y="2665327"/>
            <a:ext cx="285754" cy="19431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200" smtClean="0"/>
              <a:t>-3D-</a:t>
            </a:r>
            <a:endParaRPr lang="ko-KR" altLang="en-US" sz="2200"/>
          </a:p>
        </p:txBody>
      </p:sp>
    </p:spTree>
    <p:extLst>
      <p:ext uri="{BB962C8B-B14F-4D97-AF65-F5344CB8AC3E}">
        <p14:creationId xmlns:p14="http://schemas.microsoft.com/office/powerpoint/2010/main" val="2952099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스타일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mtClean="0"/>
              <a:t>스프라이트</a:t>
            </a:r>
            <a:endParaRPr lang="en-US" altLang="ko-KR" smtClean="0"/>
          </a:p>
          <a:p>
            <a:pPr lvl="1"/>
            <a:r>
              <a:rPr lang="ko-KR" altLang="en-US" smtClean="0"/>
              <a:t>캡쳐해서 보여주기</a:t>
            </a:r>
            <a:endParaRPr lang="en-US" altLang="ko-KR" smtClean="0"/>
          </a:p>
          <a:p>
            <a:pPr lvl="1"/>
            <a:r>
              <a:rPr lang="ko-KR" altLang="en-US" smtClean="0"/>
              <a:t>스프라이트를 레이어로 나눠서 작업 </a:t>
            </a:r>
            <a:endParaRPr lang="en-US" altLang="ko-KR" smtClean="0"/>
          </a:p>
          <a:p>
            <a:r>
              <a:rPr lang="en-US" altLang="ko-KR" smtClean="0"/>
              <a:t>Live 2D – </a:t>
            </a:r>
            <a:r>
              <a:rPr lang="ko-KR" altLang="en-US" smtClean="0"/>
              <a:t>애니메터 중 라이브 </a:t>
            </a:r>
            <a:r>
              <a:rPr lang="en-US" altLang="ko-KR" smtClean="0"/>
              <a:t>2D</a:t>
            </a:r>
            <a:r>
              <a:rPr lang="ko-KR" altLang="en-US" smtClean="0"/>
              <a:t>는 별도의 직업</a:t>
            </a:r>
            <a:r>
              <a:rPr lang="en-US" altLang="ko-KR" smtClean="0"/>
              <a:t>. </a:t>
            </a:r>
            <a:endParaRPr lang="en-US" altLang="ko-KR"/>
          </a:p>
          <a:p>
            <a:endParaRPr lang="en-US" altLang="ko-KR" smtClean="0"/>
          </a:p>
          <a:p>
            <a:r>
              <a:rPr lang="ko-KR" altLang="en-US" smtClean="0"/>
              <a:t>이펙트 </a:t>
            </a:r>
            <a:r>
              <a:rPr lang="en-US" altLang="ko-KR" smtClean="0"/>
              <a:t>– </a:t>
            </a:r>
            <a:r>
              <a:rPr lang="ko-KR" altLang="en-US" smtClean="0"/>
              <a:t>파티클들을 점처럼 찍어서 만들어낸다</a:t>
            </a:r>
            <a:r>
              <a:rPr lang="en-US" altLang="ko-KR" smtClean="0"/>
              <a:t>. </a:t>
            </a:r>
            <a:r>
              <a:rPr lang="ko-KR" altLang="en-US" smtClean="0"/>
              <a:t>메쉬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이펙트 디자이너는 </a:t>
            </a:r>
            <a:r>
              <a:rPr lang="en-US" altLang="ko-KR" smtClean="0"/>
              <a:t>art(</a:t>
            </a:r>
            <a:r>
              <a:rPr lang="ko-KR" altLang="en-US" smtClean="0"/>
              <a:t>아트</a:t>
            </a:r>
            <a:r>
              <a:rPr lang="en-US" altLang="ko-KR" smtClean="0"/>
              <a:t>) + tech(</a:t>
            </a:r>
            <a:r>
              <a:rPr lang="ko-KR" altLang="en-US" smtClean="0"/>
              <a:t>구현</a:t>
            </a:r>
            <a:r>
              <a:rPr lang="en-US" altLang="ko-KR" smtClean="0"/>
              <a:t>)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r>
              <a:rPr lang="ko-KR" altLang="en-US" smtClean="0"/>
              <a:t>모두의 수장 </a:t>
            </a:r>
            <a:r>
              <a:rPr lang="en-US" altLang="ko-KR" smtClean="0"/>
              <a:t>= AD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651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547" y="699706"/>
            <a:ext cx="8106906" cy="545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012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232</Words>
  <Application>Microsoft Office PowerPoint</Application>
  <PresentationFormat>와이드스크린</PresentationFormat>
  <Paragraphs>76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비용</vt:lpstr>
      <vt:lpstr>신작</vt:lpstr>
      <vt:lpstr>스타일</vt:lpstr>
      <vt:lpstr>        --등장 인물--/               -등장 무대-/-----------대본------------</vt:lpstr>
      <vt:lpstr>스타일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비용</dc:title>
  <dc:creator>FullName</dc:creator>
  <cp:lastModifiedBy>FullName</cp:lastModifiedBy>
  <cp:revision>8</cp:revision>
  <dcterms:created xsi:type="dcterms:W3CDTF">2026-02-12T04:53:39Z</dcterms:created>
  <dcterms:modified xsi:type="dcterms:W3CDTF">2026-02-12T06:47:49Z</dcterms:modified>
</cp:coreProperties>
</file>