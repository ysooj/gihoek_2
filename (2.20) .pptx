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82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1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7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15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1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21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77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63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02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6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20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182FB-2ED6-4099-A274-5A0335A2BDCB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96060-293C-4205-A4FD-B6DA467A24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6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꿀팁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사진 포토샵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선 굵기 </a:t>
            </a:r>
            <a:r>
              <a:rPr lang="en-US" altLang="ko-KR" smtClean="0"/>
              <a:t>: 2, 3, 5, 7 ~ 15</a:t>
            </a:r>
          </a:p>
          <a:p>
            <a:r>
              <a:rPr lang="ko-KR" altLang="en-US" smtClean="0"/>
              <a:t>불투명도 </a:t>
            </a:r>
            <a:r>
              <a:rPr lang="en-US" altLang="ko-KR" smtClean="0"/>
              <a:t>: 11, 33 =&gt; </a:t>
            </a:r>
            <a:r>
              <a:rPr lang="ko-KR" altLang="en-US" smtClean="0"/>
              <a:t>질감 살리기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패턴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대칭</a:t>
            </a:r>
            <a:endParaRPr lang="en-US" altLang="ko-KR" smtClean="0"/>
          </a:p>
          <a:p>
            <a:r>
              <a:rPr lang="ko-KR" altLang="en-US" smtClean="0"/>
              <a:t>픽셀 유동화로 얼굴 황금 비율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18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아이콘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크기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512 * 512 =&gt; </a:t>
            </a:r>
            <a:r>
              <a:rPr lang="ko-KR" altLang="en-US" smtClean="0"/>
              <a:t>매우 큰 아이콘에 속함</a:t>
            </a:r>
            <a:endParaRPr lang="en-US" altLang="ko-KR" smtClean="0"/>
          </a:p>
          <a:p>
            <a:r>
              <a:rPr lang="en-US" altLang="ko-KR" smtClean="0"/>
              <a:t>128 * 128</a:t>
            </a:r>
          </a:p>
          <a:p>
            <a:r>
              <a:rPr lang="en-US" altLang="ko-KR" smtClean="0"/>
              <a:t>56 * 56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실습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512 * 512 </a:t>
            </a:r>
            <a:r>
              <a:rPr lang="ko-KR" altLang="en-US" smtClean="0"/>
              <a:t>크기로 흰색 배경으로 새로 만들기</a:t>
            </a:r>
            <a:endParaRPr lang="en-US" altLang="ko-KR" smtClean="0"/>
          </a:p>
          <a:p>
            <a:r>
              <a:rPr lang="ko-KR" altLang="en-US" smtClean="0"/>
              <a:t>픽토그램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02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64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꿀팁</vt:lpstr>
      <vt:lpstr>아이콘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꿀팁</dc:title>
  <dc:creator>FullName</dc:creator>
  <cp:lastModifiedBy>FullName</cp:lastModifiedBy>
  <cp:revision>4</cp:revision>
  <dcterms:created xsi:type="dcterms:W3CDTF">2026-02-20T04:58:54Z</dcterms:created>
  <dcterms:modified xsi:type="dcterms:W3CDTF">2026-02-20T06:54:23Z</dcterms:modified>
</cp:coreProperties>
</file>