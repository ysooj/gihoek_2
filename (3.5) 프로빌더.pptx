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97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custSel modSld">
      <pc:chgData name="musukie52@gmail.com" userId="017bd91f96aa8751" providerId="LiveId" clId="{5B2C3894-F97E-4CAB-8812-5BB4D83AAC6A}" dt="2026-03-06T05:07:29.387" v="80" actId="20577"/>
      <pc:docMkLst>
        <pc:docMk/>
      </pc:docMkLst>
      <pc:sldChg chg="modSp mod">
        <pc:chgData name="musukie52@gmail.com" userId="017bd91f96aa8751" providerId="LiveId" clId="{5B2C3894-F97E-4CAB-8812-5BB4D83AAC6A}" dt="2026-03-06T05:07:29.387" v="80" actId="20577"/>
        <pc:sldMkLst>
          <pc:docMk/>
          <pc:sldMk cId="3794082438" sldId="265"/>
        </pc:sldMkLst>
        <pc:spChg chg="mod">
          <ac:chgData name="musukie52@gmail.com" userId="017bd91f96aa8751" providerId="LiveId" clId="{5B2C3894-F97E-4CAB-8812-5BB4D83AAC6A}" dt="2026-03-06T05:07:29.387" v="80" actId="20577"/>
          <ac:spMkLst>
            <pc:docMk/>
            <pc:sldMk cId="3794082438" sldId="265"/>
            <ac:spMk id="3" creationId="{99C1A65D-69A9-7B15-37B1-1B6ECFA1AE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9250A1-9936-5134-AE2F-A746A14757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B621411-8445-348C-029D-4721662E1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074C10-F2C8-4BE3-9840-E85ACAE94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9330B4B-E4C8-C3B9-E195-2282961AA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5CDC0C-D542-C911-EEE6-FF26637A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917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7A1D1D-D086-6199-C73B-26CEDA345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94285E-2D44-AE36-1984-5261F3389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FFCE13-D0D0-B045-20B3-E02C2B0DBC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061DA8-E020-7A0C-E17D-5177A1C90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93C092-2316-94E3-CDA0-ED2F38AC6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9732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8E4CD-71D3-69D2-55E5-46FD17D6D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849EB78-CDEB-68FC-6100-001093F13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AF5840-5A7B-9554-9BD1-9E3F16360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81162D-F53C-94F4-17CB-FD5C49F8C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A442959-C033-09E0-0317-EC7533244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103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A27C0-DCC4-EB2A-1F3C-0902AB5CD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59951A-7CC4-0DD0-2823-A0931F25F1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53AF91-15D6-D80B-02C0-9DAEF2C9E7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468B6DC-F1A3-D91C-F0C8-DA32E3FB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19978C-BDA9-0A78-756A-EDD08399F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95D8029-1A7B-EF73-4A27-04118668B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992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9C6988-E40E-06EE-97F8-2D90DD290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B89926-B8FB-C9B1-DD7E-57CAB60CF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F8705E-ACBD-B05E-C72E-28852C08E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5641E9-F7C9-F9DB-69CF-89715DCC5C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B9450D8-2CE4-5CA2-9E4D-E29B8DEDDF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18A0970-B2EE-C6B7-C12C-062373573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A7D386E-7F37-0E06-766E-4C2C3BF4F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48B697B-298B-3335-AA95-02B19F6F9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14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C0EB37-23DF-9B67-0D0D-9A6EBE533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4D570CB-F4FC-6860-D330-E04E8A968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2148E8-A863-CA08-BFF9-217BE6682F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43AEB1-5EF7-DD22-3ED5-B90D221DBD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435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AE53E2-0D29-AA01-7E0B-98B41F4467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06EF03-2636-08E1-7A97-00D0E134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FA69C2-680D-FC24-1B3A-E1A175D3D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0767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FF992-3FA0-F5E4-FC67-94503E4D9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68ABF3-E2D2-4848-9107-F16E9DF57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C8B8CC6-05B4-D883-D7FF-17AC8A9D3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54D939-7DFE-F3D4-2CF9-B53506D330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ED2C0B2-C9DF-036A-E22E-E542BDAFF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3C52511-E507-3F4B-6D83-A00358148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7769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BE39F9-BDFF-AAA4-4EBE-DE5ADB348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690A0DA-E41A-3350-D366-6DF0BE80E5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B8878D-19A3-D6FC-C726-D0BB9DC001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EECEFF-2769-E55D-A1CF-FC3368671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8415116-BE1E-D0D6-C24E-B1CBCD3B2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D4B096-F2E7-7C86-E95C-8C1FF53D9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028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6D5AA-24CC-EEC8-3146-9C7F9EDB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53B73FE-16BE-47A1-22D3-25841FDBBE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E914C9-54F7-9A96-88C8-FC0F3445A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5795EE-90B2-B046-99E5-BFCADA8D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D57A91-C2DC-9435-3737-200ECEDC2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180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FC28A87-5A80-D73C-CDBC-C7AAE73072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393B56E-AFC3-0FA9-8E93-6B71B9CC40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D1B0AAE-CD99-6CFF-EF9A-B96D1CA54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EB7426-7A3B-63CF-13E7-FE48C0234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30844D-933D-A907-1A83-064068BF4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8038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4D8C140-40E5-E063-6F3B-1DE75C589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F3DE8E0-2014-1EA7-0885-9A63DBE48A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A16DFF-6F2C-5B30-3AD3-93C7248D3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E914EC-232B-4893-9D71-8AE9FA753384}" type="datetimeFigureOut">
              <a:rPr lang="ko-KR" altLang="en-US" smtClean="0"/>
              <a:t>2026-03-06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64E78FD-79BC-B3D1-6194-8B1106799A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08B30F-6165-0B2F-289C-87516194E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20AC5D-2CE4-4EFB-9E3C-AC6CDEC879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2865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3C7468-3DCF-C8E3-30C4-E534D0DB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Scene </a:t>
            </a:r>
            <a:r>
              <a:rPr lang="ko-KR" altLang="en-US" dirty="0"/>
              <a:t>화면 상단의 옵션들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4615A4-CBCB-C797-31B3-CB7F17FC9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     : Gizmo</a:t>
            </a:r>
            <a:r>
              <a:rPr lang="ko-KR" altLang="en-US" dirty="0"/>
              <a:t> 위치를 </a:t>
            </a:r>
            <a:r>
              <a:rPr lang="en-US" altLang="ko-KR" dirty="0"/>
              <a:t>Center</a:t>
            </a:r>
            <a:r>
              <a:rPr lang="ko-KR" altLang="en-US" dirty="0"/>
              <a:t>로 할 지</a:t>
            </a:r>
            <a:r>
              <a:rPr lang="en-US" altLang="ko-KR" dirty="0"/>
              <a:t>, Pivot</a:t>
            </a:r>
            <a:r>
              <a:rPr lang="ko-KR" altLang="en-US" dirty="0"/>
              <a:t>으로 할 지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Center</a:t>
            </a:r>
            <a:r>
              <a:rPr lang="ko-KR" altLang="en-US" dirty="0"/>
              <a:t>는 상하좌우의 중앙에 </a:t>
            </a:r>
            <a:r>
              <a:rPr lang="en-US" altLang="ko-KR" dirty="0"/>
              <a:t>Gizmo</a:t>
            </a:r>
            <a:r>
              <a:rPr lang="ko-KR" altLang="en-US" dirty="0"/>
              <a:t>가 위치함</a:t>
            </a:r>
            <a:endParaRPr lang="en-US" altLang="ko-KR" dirty="0"/>
          </a:p>
          <a:p>
            <a:pPr lvl="1"/>
            <a:r>
              <a:rPr lang="en-US" altLang="ko-KR" dirty="0"/>
              <a:t>Pivot</a:t>
            </a:r>
            <a:r>
              <a:rPr lang="ko-KR" altLang="en-US" dirty="0"/>
              <a:t>은 하단 중앙에 </a:t>
            </a:r>
            <a:r>
              <a:rPr lang="en-US" altLang="ko-KR" dirty="0"/>
              <a:t>Gizmo</a:t>
            </a:r>
            <a:r>
              <a:rPr lang="ko-KR" altLang="en-US" dirty="0"/>
              <a:t>가 위치함</a:t>
            </a:r>
            <a:br>
              <a:rPr lang="en-US" altLang="ko-KR" dirty="0"/>
            </a:br>
            <a:r>
              <a:rPr lang="en-US" altLang="ko-KR" dirty="0"/>
              <a:t>but </a:t>
            </a:r>
            <a:r>
              <a:rPr lang="ko-KR" altLang="en-US" dirty="0"/>
              <a:t>오브젝트 생성 당시 </a:t>
            </a:r>
            <a:r>
              <a:rPr lang="en-US" altLang="ko-KR" dirty="0"/>
              <a:t>pivot</a:t>
            </a:r>
            <a:r>
              <a:rPr lang="ko-KR" altLang="en-US" dirty="0"/>
              <a:t>을 어디로 잡고 </a:t>
            </a:r>
            <a:r>
              <a:rPr lang="ko-KR" altLang="en-US" dirty="0" err="1"/>
              <a:t>생성했는</a:t>
            </a:r>
            <a:r>
              <a:rPr lang="ko-KR" altLang="en-US" dirty="0"/>
              <a:t> 지에 따라 </a:t>
            </a:r>
            <a:r>
              <a:rPr lang="en-US" altLang="ko-KR" dirty="0"/>
              <a:t>pivot</a:t>
            </a:r>
            <a:r>
              <a:rPr lang="ko-KR" altLang="en-US" dirty="0"/>
              <a:t>으로 해도 중앙 등 다른 곳으로 </a:t>
            </a:r>
            <a:r>
              <a:rPr lang="en-US" altLang="ko-KR" dirty="0"/>
              <a:t>Gizmo</a:t>
            </a:r>
            <a:r>
              <a:rPr lang="ko-KR" altLang="en-US" dirty="0"/>
              <a:t>가 위치할 수도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      : </a:t>
            </a:r>
            <a:r>
              <a:rPr lang="ko-KR" altLang="en-US" dirty="0"/>
              <a:t>축</a:t>
            </a:r>
            <a:endParaRPr lang="en-US" altLang="ko-KR" dirty="0"/>
          </a:p>
          <a:p>
            <a:pPr lvl="1"/>
            <a:r>
              <a:rPr lang="en-US" altLang="ko-KR" dirty="0"/>
              <a:t>Global : </a:t>
            </a:r>
            <a:r>
              <a:rPr lang="ko-KR" altLang="en-US" dirty="0"/>
              <a:t>절대 변하지 않는 축</a:t>
            </a:r>
            <a:r>
              <a:rPr lang="en-US" altLang="ko-KR" dirty="0"/>
              <a:t>. </a:t>
            </a:r>
            <a:r>
              <a:rPr lang="ko-KR" altLang="en-US" dirty="0"/>
              <a:t>유니티 자체의 축</a:t>
            </a:r>
            <a:r>
              <a:rPr lang="en-US" altLang="ko-KR" dirty="0"/>
              <a:t>. </a:t>
            </a:r>
            <a:r>
              <a:rPr lang="ko-KR" altLang="en-US" dirty="0"/>
              <a:t>절대 좌표</a:t>
            </a:r>
            <a:endParaRPr lang="en-US" altLang="ko-KR" dirty="0"/>
          </a:p>
          <a:p>
            <a:pPr lvl="1"/>
            <a:r>
              <a:rPr lang="en-US" altLang="ko-KR" dirty="0"/>
              <a:t>Local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회전시키게 되면 현재 오브젝트가 바라보는 방향으로 축이 틀어지게 된다</a:t>
            </a:r>
            <a:r>
              <a:rPr lang="en-US" altLang="ko-KR" dirty="0"/>
              <a:t>. </a:t>
            </a:r>
            <a:r>
              <a:rPr lang="ko-KR" altLang="en-US" dirty="0"/>
              <a:t>오브젝트 자체 중심이므로</a:t>
            </a:r>
            <a:r>
              <a:rPr lang="en-US" altLang="ko-KR" dirty="0"/>
              <a:t>, </a:t>
            </a:r>
            <a:r>
              <a:rPr lang="ko-KR" altLang="en-US" dirty="0"/>
              <a:t>회전시키면 축의 정면도 함께 변하게 되는 것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7C666E-62FB-35F3-727B-331F8EEEDD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1534" y="1871345"/>
            <a:ext cx="590632" cy="37152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9618B2F-160A-9D32-E3A1-B01574D941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4849" y="3781232"/>
            <a:ext cx="657317" cy="42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452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B76324-D8FC-F94E-181C-77C478F78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Scene </a:t>
            </a:r>
            <a:r>
              <a:rPr lang="ko-KR" altLang="en-US" dirty="0"/>
              <a:t>화면 상단의 옵션들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9F545D-E058-7F89-2BDE-795BFB96D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     : </a:t>
            </a:r>
            <a:r>
              <a:rPr lang="ko-KR" altLang="en-US" dirty="0"/>
              <a:t>일정 간격만큼 움직이고 싶을 때 </a:t>
            </a:r>
            <a:r>
              <a:rPr lang="en-US" altLang="ko-KR" dirty="0"/>
              <a:t>snap</a:t>
            </a:r>
            <a:r>
              <a:rPr lang="ko-KR" altLang="en-US" dirty="0"/>
              <a:t>이 걸리면서</a:t>
            </a:r>
            <a:r>
              <a:rPr lang="en-US" altLang="ko-KR" dirty="0"/>
              <a:t>, </a:t>
            </a:r>
            <a:r>
              <a:rPr lang="ko-KR" altLang="en-US" dirty="0"/>
              <a:t>뚝뚝 끊기면서 일정 간격만큼 씩 이동한다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: Ctrl(?)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: </a:t>
            </a:r>
            <a:r>
              <a:rPr lang="ko-KR" altLang="en-US" dirty="0"/>
              <a:t>오브젝트를 어떻게 볼 지</a:t>
            </a:r>
            <a:endParaRPr lang="en-US" altLang="ko-KR" dirty="0"/>
          </a:p>
          <a:p>
            <a:pPr lvl="1"/>
            <a:r>
              <a:rPr lang="en-US" altLang="ko-KR" dirty="0"/>
              <a:t>Shaded : </a:t>
            </a:r>
            <a:r>
              <a:rPr lang="ko-KR" altLang="en-US" dirty="0"/>
              <a:t>빛에 의한 명암으로 오브젝트를 볼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Wireframe : </a:t>
            </a:r>
            <a:r>
              <a:rPr lang="ko-KR" altLang="en-US" dirty="0"/>
              <a:t>오브젝트를 선으로 표현</a:t>
            </a:r>
            <a:endParaRPr lang="en-US" altLang="ko-KR" dirty="0"/>
          </a:p>
          <a:p>
            <a:pPr lvl="1"/>
            <a:r>
              <a:rPr lang="en-US" altLang="ko-KR" dirty="0"/>
              <a:t>Shaded wireframe : Shaded + Wireframe</a:t>
            </a:r>
          </a:p>
          <a:p>
            <a:pPr lvl="1"/>
            <a:r>
              <a:rPr lang="ko-KR" altLang="en-US" dirty="0"/>
              <a:t>어떤 오브젝트가 </a:t>
            </a:r>
            <a:r>
              <a:rPr lang="en-US" altLang="ko-KR" dirty="0"/>
              <a:t>polygon </a:t>
            </a:r>
            <a:r>
              <a:rPr lang="ko-KR" altLang="en-US" dirty="0"/>
              <a:t>수가 많아서 계산을 많이 잡아먹는 지 디버깅</a:t>
            </a:r>
            <a:r>
              <a:rPr lang="en-US" altLang="ko-KR" dirty="0"/>
              <a:t>, </a:t>
            </a:r>
            <a:r>
              <a:rPr lang="ko-KR" altLang="en-US" dirty="0"/>
              <a:t>최적화 등을 할 때 이 옵션을 통해 확인하기도 한다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366EC49-4D74-D6CE-F11B-DBE8E0DA9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910" y="0"/>
            <a:ext cx="3768090" cy="147165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FE885AE-F64F-E1C4-B16C-33949ECF82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901" b="73293"/>
          <a:stretch>
            <a:fillRect/>
          </a:stretch>
        </p:blipFill>
        <p:spPr>
          <a:xfrm>
            <a:off x="1098875" y="1791335"/>
            <a:ext cx="714685" cy="463036"/>
          </a:xfrm>
          <a:prstGeom prst="rect">
            <a:avLst/>
          </a:prstGeom>
        </p:spPr>
      </p:pic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F07C8453-5978-87D3-44E5-D3003DD6F185}"/>
              </a:ext>
            </a:extLst>
          </p:cNvPr>
          <p:cNvCxnSpPr>
            <a:cxnSpLocks/>
            <a:stCxn id="5" idx="2"/>
            <a:endCxn id="3" idx="0"/>
          </p:cNvCxnSpPr>
          <p:nvPr/>
        </p:nvCxnSpPr>
        <p:spPr>
          <a:xfrm rot="5400000">
            <a:off x="8024994" y="-457336"/>
            <a:ext cx="353968" cy="4211955"/>
          </a:xfrm>
          <a:prstGeom prst="bentConnector3">
            <a:avLst>
              <a:gd name="adj1" fmla="val 50000"/>
            </a:avLst>
          </a:prstGeom>
          <a:ln w="28575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>
            <a:extLst>
              <a:ext uri="{FF2B5EF4-FFF2-40B4-BE49-F238E27FC236}">
                <a16:creationId xmlns:a16="http://schemas.microsoft.com/office/drawing/2014/main" id="{8D0223D7-588A-4C78-61D6-D914F9DAF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558" y="3131842"/>
            <a:ext cx="657317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04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3E749-291F-2968-A301-45F76B95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Scene </a:t>
            </a:r>
            <a:r>
              <a:rPr lang="ko-KR" altLang="en-US" dirty="0"/>
              <a:t>화면 상단의 옵션들</a:t>
            </a:r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A35959-AE37-11B8-8438-8576B83D2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    : 3D </a:t>
            </a:r>
            <a:r>
              <a:rPr lang="ko-KR" altLang="en-US" dirty="0"/>
              <a:t>게임을 만들 때는 원근 투영을 해야 하므로 이 옵션을 끄지만</a:t>
            </a:r>
            <a:r>
              <a:rPr lang="en-US" altLang="ko-KR" dirty="0"/>
              <a:t>, 2D </a:t>
            </a:r>
            <a:r>
              <a:rPr lang="ko-KR" altLang="en-US" dirty="0"/>
              <a:t>게임을 만들 때는 </a:t>
            </a:r>
            <a:r>
              <a:rPr lang="ko-KR" altLang="en-US" dirty="0" err="1"/>
              <a:t>직근</a:t>
            </a:r>
            <a:r>
              <a:rPr lang="ko-KR" altLang="en-US" dirty="0"/>
              <a:t> 투영</a:t>
            </a:r>
            <a:r>
              <a:rPr lang="en-US" altLang="ko-KR" dirty="0"/>
              <a:t>(?)</a:t>
            </a:r>
            <a:r>
              <a:rPr lang="ko-KR" altLang="en-US" dirty="0"/>
              <a:t>을 해야 하므로 이 옵션을 켜면 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: Scene</a:t>
            </a:r>
            <a:r>
              <a:rPr lang="ko-KR" altLang="en-US" dirty="0"/>
              <a:t>에서 보이는 부분에서만 </a:t>
            </a:r>
            <a:r>
              <a:rPr lang="ko-KR" altLang="en-US" dirty="0" err="1"/>
              <a:t>라이팅을</a:t>
            </a:r>
            <a:r>
              <a:rPr lang="ko-KR" altLang="en-US" dirty="0"/>
              <a:t> 비활성화하는 것</a:t>
            </a:r>
            <a:r>
              <a:rPr lang="en-US" altLang="ko-KR" dirty="0"/>
              <a:t>. Game </a:t>
            </a:r>
            <a:r>
              <a:rPr lang="ko-KR" altLang="en-US" dirty="0"/>
              <a:t>화면에서는 이 옵션을 꺼도 </a:t>
            </a:r>
            <a:r>
              <a:rPr lang="ko-KR" altLang="en-US" dirty="0" err="1"/>
              <a:t>라이팅이</a:t>
            </a:r>
            <a:r>
              <a:rPr lang="ko-KR" altLang="en-US" dirty="0"/>
              <a:t> 그대로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프로젝트 규모가 커지면 용량을 많이 잡아먹고</a:t>
            </a:r>
            <a:r>
              <a:rPr lang="en-US" altLang="ko-KR" dirty="0"/>
              <a:t>, </a:t>
            </a:r>
            <a:r>
              <a:rPr lang="ko-KR" altLang="en-US" dirty="0"/>
              <a:t>카메라만 움직여도 </a:t>
            </a:r>
            <a:r>
              <a:rPr lang="ko-KR" altLang="en-US" dirty="0" err="1"/>
              <a:t>버벅거리므로</a:t>
            </a:r>
            <a:r>
              <a:rPr lang="en-US" altLang="ko-KR" dirty="0"/>
              <a:t>, </a:t>
            </a:r>
            <a:r>
              <a:rPr lang="ko-KR" altLang="en-US" dirty="0"/>
              <a:t>그 때는 이 옵션을 끄고 작업하면 좋다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프로젝트 규모가 작을 때는 켜고 해도 상관없다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: </a:t>
            </a:r>
            <a:r>
              <a:rPr lang="ko-KR" altLang="en-US" dirty="0"/>
              <a:t>사운드를 활성화</a:t>
            </a:r>
            <a:r>
              <a:rPr lang="en-US" altLang="ko-KR" dirty="0"/>
              <a:t>/</a:t>
            </a:r>
            <a:r>
              <a:rPr lang="ko-KR" altLang="en-US" dirty="0"/>
              <a:t>비활성화 시키는 옵션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94023B-105D-3AD2-E39E-59B48F494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103" y="1894205"/>
            <a:ext cx="533474" cy="3429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FA7E8937-50D5-2C9E-CCD8-D81398FE61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9155" y="3117591"/>
            <a:ext cx="495369" cy="36200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6E758230-3591-26FF-54CA-DF5ADC588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9155" y="5120616"/>
            <a:ext cx="533474" cy="342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400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47AB55-3144-CB9C-CDA5-0E6EC90D7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Scene </a:t>
            </a:r>
            <a:r>
              <a:rPr lang="ko-KR" altLang="en-US" dirty="0"/>
              <a:t>화면 상단의 옵션들</a:t>
            </a:r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2D1718-B693-7A84-DF40-4AD53AD259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      </a:t>
            </a:r>
            <a:r>
              <a:rPr lang="en-US" altLang="ko-KR" dirty="0"/>
              <a:t>: </a:t>
            </a:r>
            <a:r>
              <a:rPr lang="ko-KR" altLang="en-US" dirty="0"/>
              <a:t>유니티의 여러 효과 및 배경을 활성화</a:t>
            </a:r>
            <a:r>
              <a:rPr lang="en-US" altLang="ko-KR" dirty="0"/>
              <a:t>/</a:t>
            </a:r>
            <a:r>
              <a:rPr lang="ko-KR" altLang="en-US" dirty="0"/>
              <a:t>비활성화</a:t>
            </a:r>
            <a:endParaRPr lang="en-US" altLang="ko-KR" dirty="0"/>
          </a:p>
          <a:p>
            <a:pPr lvl="1"/>
            <a:r>
              <a:rPr lang="en-US" altLang="ko-KR" dirty="0"/>
              <a:t>Skybox : </a:t>
            </a:r>
            <a:r>
              <a:rPr lang="ko-KR" altLang="en-US" dirty="0"/>
              <a:t>유니티의 배경  </a:t>
            </a:r>
            <a:r>
              <a:rPr lang="en-US" altLang="ko-KR" dirty="0"/>
              <a:t>/  Fog : </a:t>
            </a:r>
            <a:r>
              <a:rPr lang="ko-KR" altLang="en-US" dirty="0"/>
              <a:t>안개 효과 등의 효과가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효과들이 </a:t>
            </a:r>
            <a:r>
              <a:rPr lang="ko-KR" altLang="en-US" dirty="0" err="1"/>
              <a:t>계산량이</a:t>
            </a:r>
            <a:r>
              <a:rPr lang="ko-KR" altLang="en-US" dirty="0"/>
              <a:t> 많아서</a:t>
            </a:r>
            <a:r>
              <a:rPr lang="en-US" altLang="ko-KR" dirty="0"/>
              <a:t>, </a:t>
            </a:r>
            <a:r>
              <a:rPr lang="ko-KR" altLang="en-US" dirty="0"/>
              <a:t>프로젝트 규모가 커지면 이 옵션들을 끄고 작업하면 </a:t>
            </a:r>
            <a:r>
              <a:rPr lang="ko-KR" altLang="en-US" dirty="0" err="1"/>
              <a:t>버벅임을</a:t>
            </a:r>
            <a:r>
              <a:rPr lang="ko-KR" altLang="en-US" dirty="0"/>
              <a:t> 줄이고 작업할 수 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: Scene</a:t>
            </a:r>
            <a:r>
              <a:rPr lang="ko-KR" altLang="en-US" dirty="0"/>
              <a:t>의 카메라 뷰 설정</a:t>
            </a:r>
            <a:endParaRPr lang="en-US" altLang="ko-KR" dirty="0"/>
          </a:p>
          <a:p>
            <a:pPr lvl="1"/>
            <a:r>
              <a:rPr lang="en-US" altLang="ko-KR" dirty="0"/>
              <a:t>Field of View : Scene</a:t>
            </a:r>
            <a:r>
              <a:rPr lang="ko-KR" altLang="en-US" dirty="0"/>
              <a:t>에서 보이는 뷰만 설정 가능</a:t>
            </a:r>
            <a:r>
              <a:rPr lang="en-US" altLang="ko-KR" dirty="0"/>
              <a:t>. Game </a:t>
            </a:r>
            <a:r>
              <a:rPr lang="ko-KR" altLang="en-US" dirty="0"/>
              <a:t>화면의 뷰는 </a:t>
            </a:r>
            <a:r>
              <a:rPr lang="en-US" altLang="ko-KR" dirty="0"/>
              <a:t>Hierarchy</a:t>
            </a:r>
            <a:r>
              <a:rPr lang="ko-KR" altLang="en-US" dirty="0"/>
              <a:t>에서 </a:t>
            </a:r>
            <a:r>
              <a:rPr lang="en-US" altLang="ko-KR" dirty="0" err="1"/>
              <a:t>MainCamera</a:t>
            </a:r>
            <a:r>
              <a:rPr lang="ko-KR" altLang="en-US" dirty="0"/>
              <a:t>를 수정해야 함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Game </a:t>
            </a:r>
            <a:r>
              <a:rPr lang="ko-KR" altLang="en-US" dirty="0"/>
              <a:t>화면에서의 </a:t>
            </a:r>
            <a:r>
              <a:rPr lang="en-US" altLang="ko-KR" dirty="0"/>
              <a:t>Field of View</a:t>
            </a:r>
            <a:r>
              <a:rPr lang="ko-KR" altLang="en-US" dirty="0"/>
              <a:t>에 따라서 </a:t>
            </a:r>
            <a:r>
              <a:rPr lang="en-US" altLang="ko-KR" dirty="0"/>
              <a:t>Scene</a:t>
            </a:r>
            <a:r>
              <a:rPr lang="ko-KR" altLang="en-US" dirty="0"/>
              <a:t>에서의 </a:t>
            </a:r>
            <a:r>
              <a:rPr lang="en-US" altLang="ko-KR" dirty="0"/>
              <a:t>Field of View</a:t>
            </a:r>
            <a:r>
              <a:rPr lang="ko-KR" altLang="en-US" dirty="0"/>
              <a:t>를 수정하여 작업하는 게 좋다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862349B-CF0B-F82E-62D5-BF085DCC7E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6771" y="1915453"/>
            <a:ext cx="628738" cy="35247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559D336-27FE-1301-9DBB-81890D5D3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6771" y="3468969"/>
            <a:ext cx="600159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500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F79165-889B-839D-4849-28F5ED216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Scene </a:t>
            </a:r>
            <a:r>
              <a:rPr lang="ko-KR" altLang="en-US" dirty="0"/>
              <a:t>화면 상단의 옵션들</a:t>
            </a:r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6BA3FE-AAFC-CBAF-91E5-64A3FC9065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     : Gizmo</a:t>
            </a:r>
            <a:r>
              <a:rPr lang="ko-KR" altLang="en-US" dirty="0"/>
              <a:t>를 제어하는 옵션</a:t>
            </a:r>
            <a:endParaRPr lang="en-US" altLang="ko-KR" dirty="0"/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Gizmo </a:t>
            </a:r>
            <a:r>
              <a:rPr lang="ko-KR" altLang="en-US" dirty="0"/>
              <a:t>아이콘을 활성</a:t>
            </a:r>
            <a:r>
              <a:rPr lang="en-US" altLang="ko-KR" dirty="0"/>
              <a:t>/</a:t>
            </a:r>
            <a:r>
              <a:rPr lang="ko-KR" altLang="en-US" dirty="0"/>
              <a:t>비활성</a:t>
            </a:r>
            <a:endParaRPr lang="en-US" altLang="ko-KR" dirty="0"/>
          </a:p>
          <a:p>
            <a:pPr lvl="1"/>
            <a:r>
              <a:rPr lang="ko-KR" altLang="en-US" dirty="0" err="1"/>
              <a:t>토글을</a:t>
            </a:r>
            <a:r>
              <a:rPr lang="ko-KR" altLang="en-US" dirty="0"/>
              <a:t> 통해 </a:t>
            </a:r>
            <a:r>
              <a:rPr lang="en-US" altLang="ko-KR" dirty="0"/>
              <a:t>Gizmo</a:t>
            </a:r>
            <a:r>
              <a:rPr lang="ko-KR" altLang="en-US" dirty="0"/>
              <a:t>를 개별적으로 활성</a:t>
            </a:r>
            <a:r>
              <a:rPr lang="en-US" altLang="ko-KR" dirty="0"/>
              <a:t>/</a:t>
            </a:r>
            <a:r>
              <a:rPr lang="ko-KR" altLang="en-US" dirty="0"/>
              <a:t>비활성 시킬 수 있다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Light Probe Group : </a:t>
            </a:r>
            <a:r>
              <a:rPr lang="ko-KR" altLang="en-US" dirty="0"/>
              <a:t>반사된 빛의 정보를 담고 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EBF3D13-6664-E391-EDAF-E2DA33DBF4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6760" y="1887829"/>
            <a:ext cx="600159" cy="36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77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344ADE-D854-6E7A-92E8-79E65783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Probuilder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8A6D9-2136-420E-5F98-67F4DBE20A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상단 </a:t>
            </a:r>
            <a:r>
              <a:rPr lang="en-US" altLang="ko-KR" dirty="0"/>
              <a:t>Window -&gt; Package Manager</a:t>
            </a:r>
          </a:p>
          <a:p>
            <a:r>
              <a:rPr lang="en-US" altLang="ko-KR" dirty="0"/>
              <a:t>Package Manager : </a:t>
            </a:r>
            <a:r>
              <a:rPr lang="ko-KR" altLang="en-US" dirty="0"/>
              <a:t>유니티에서 사용하는 여러 기능들을 패키지 단위로 관리하는 것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Packages: In Project : </a:t>
            </a:r>
            <a:r>
              <a:rPr lang="ko-KR" altLang="en-US" dirty="0"/>
              <a:t>현재 프로젝트 내에서 사용하는 패키지를 확인할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Packages: Unity Registry : </a:t>
            </a:r>
            <a:r>
              <a:rPr lang="ko-KR" altLang="en-US" dirty="0"/>
              <a:t>여기서 </a:t>
            </a:r>
            <a:r>
              <a:rPr lang="en-US" altLang="ko-KR" dirty="0" err="1"/>
              <a:t>ProBuilder</a:t>
            </a:r>
            <a:r>
              <a:rPr lang="ko-KR" altLang="en-US" dirty="0"/>
              <a:t>를 설치하면 됨</a:t>
            </a:r>
          </a:p>
        </p:txBody>
      </p:sp>
    </p:spTree>
    <p:extLst>
      <p:ext uri="{BB962C8B-B14F-4D97-AF65-F5344CB8AC3E}">
        <p14:creationId xmlns:p14="http://schemas.microsoft.com/office/powerpoint/2010/main" val="1024228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3F02F1-417F-82DE-4E0C-A52FF1CAE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 Shape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F02485-C2FE-B9F4-AF93-7C5E48DE3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6</a:t>
            </a:r>
            <a:r>
              <a:rPr lang="ko-KR" altLang="en-US" dirty="0"/>
              <a:t>가지 도형을 생성 가능</a:t>
            </a:r>
            <a:endParaRPr lang="en-US" altLang="ko-KR" dirty="0"/>
          </a:p>
          <a:p>
            <a:r>
              <a:rPr lang="ko-KR" altLang="en-US" dirty="0"/>
              <a:t>밑면을 </a:t>
            </a:r>
            <a:r>
              <a:rPr lang="ko-KR" altLang="en-US" dirty="0" err="1"/>
              <a:t>먼서</a:t>
            </a:r>
            <a:r>
              <a:rPr lang="ko-KR" altLang="en-US" dirty="0"/>
              <a:t> 생성하고</a:t>
            </a:r>
            <a:r>
              <a:rPr lang="en-US" altLang="ko-KR" dirty="0"/>
              <a:t>, </a:t>
            </a:r>
            <a:r>
              <a:rPr lang="ko-KR" altLang="en-US" dirty="0"/>
              <a:t>윗면을 생성하는 방식으로 </a:t>
            </a:r>
            <a:r>
              <a:rPr lang="en-US" altLang="ko-KR" dirty="0"/>
              <a:t>3D </a:t>
            </a:r>
            <a:r>
              <a:rPr lang="ko-KR" altLang="en-US" dirty="0"/>
              <a:t>도형을 생성하게 된다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마우스 좌클릭을 누른 채로 드래그를 통해 밑면을 먼저 생성하고 좌클릭을 뗀 후</a:t>
            </a:r>
            <a:r>
              <a:rPr lang="en-US" altLang="ko-KR" dirty="0"/>
              <a:t>, </a:t>
            </a:r>
            <a:r>
              <a:rPr lang="ko-KR" altLang="en-US" dirty="0"/>
              <a:t>윗면을 생성 후 클릭해주면 생성됨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Arch Settings : </a:t>
            </a:r>
            <a:r>
              <a:rPr lang="ko-KR" altLang="en-US" dirty="0"/>
              <a:t>도형 생성 후 추가적으로 도형에 대한 세팅을 변경할 수 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Inspector</a:t>
            </a:r>
            <a:r>
              <a:rPr lang="ko-KR" altLang="en-US" dirty="0"/>
              <a:t>에서도 </a:t>
            </a:r>
            <a:r>
              <a:rPr lang="en-US" altLang="ko-KR" dirty="0"/>
              <a:t>Pro Builder Shape (Script) </a:t>
            </a:r>
            <a:r>
              <a:rPr lang="ko-KR" altLang="en-US" dirty="0"/>
              <a:t>항목을 통해 도형 세팅을 변경할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7817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94A0B-B4B9-59C9-7414-21146877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 Poly Shape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7BBEAE-6AF7-AB95-B4ED-7D6191F394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마우스 좌클릭을 통해 점을 여러 개 찍으면서 처음에 찍었던 점을 클릭하면 도형이 생성되고</a:t>
            </a:r>
            <a:r>
              <a:rPr lang="en-US" altLang="ko-KR" dirty="0"/>
              <a:t>,</a:t>
            </a:r>
            <a:r>
              <a:rPr lang="ko-KR" altLang="en-US" dirty="0"/>
              <a:t> 드래그를 통해 그 도형의 높이를 설정할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이를 통해 원하는 도형 모양을 직접 만들 수 있다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6266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42D217-101D-780B-1DDB-4FED69724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Smoothing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C1A65D-69A9-7B15-37B1-1B6ECFA1AE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ko-KR" altLang="en-US" dirty="0"/>
              <a:t>도형 생성 후</a:t>
            </a:r>
            <a:r>
              <a:rPr lang="en-US" altLang="ko-KR" dirty="0"/>
              <a:t>, </a:t>
            </a:r>
            <a:r>
              <a:rPr lang="ko-KR" altLang="en-US" dirty="0"/>
              <a:t>그 도형의 각진 부분을 매끄럽게 설정할 수 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/>
              <a:t>도형의 명암을 부드럽게 처리하는 기능</a:t>
            </a:r>
            <a:endParaRPr lang="en-US" altLang="ko-KR" dirty="0"/>
          </a:p>
          <a:p>
            <a:r>
              <a:rPr lang="ko-KR" altLang="en-US" dirty="0"/>
              <a:t>매끄럽게 만들고 싶은 부분을 드래그로 선택하고</a:t>
            </a:r>
            <a:r>
              <a:rPr lang="en-US" altLang="ko-KR" dirty="0"/>
              <a:t>,</a:t>
            </a:r>
          </a:p>
          <a:p>
            <a:r>
              <a:rPr lang="en-US" altLang="ko-KR" dirty="0"/>
              <a:t>Smoothing </a:t>
            </a:r>
            <a:r>
              <a:rPr lang="ko-KR" altLang="en-US" dirty="0"/>
              <a:t>옵션을 선택 후 원하는 그룹 번호를 선택해준다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      </a:t>
            </a:r>
            <a:r>
              <a:rPr lang="en-US" altLang="ko-KR" dirty="0"/>
              <a:t>Face Selection : </a:t>
            </a:r>
            <a:r>
              <a:rPr lang="ko-KR" altLang="en-US" dirty="0"/>
              <a:t>면을 선택하고 싶을 때 이걸 활성화시켜줘야 한다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 err="1"/>
              <a:t>Smoothin</a:t>
            </a:r>
            <a:r>
              <a:rPr lang="ko-KR" altLang="en-US" dirty="0"/>
              <a:t>을 써야 하는 이유 </a:t>
            </a:r>
            <a:r>
              <a:rPr lang="en-US" altLang="ko-KR" dirty="0"/>
              <a:t>: </a:t>
            </a:r>
            <a:r>
              <a:rPr lang="ko-KR" altLang="en-US" dirty="0"/>
              <a:t>도형은 여러 개의 </a:t>
            </a:r>
            <a:r>
              <a:rPr lang="ko-KR" altLang="en-US" dirty="0" err="1"/>
              <a:t>폴리곤</a:t>
            </a:r>
            <a:r>
              <a:rPr lang="en-US" altLang="ko-KR" dirty="0"/>
              <a:t>(</a:t>
            </a:r>
            <a:r>
              <a:rPr lang="ko-KR" altLang="en-US" dirty="0"/>
              <a:t>면</a:t>
            </a:r>
            <a:r>
              <a:rPr lang="en-US" altLang="ko-KR" dirty="0"/>
              <a:t>)</a:t>
            </a:r>
            <a:r>
              <a:rPr lang="ko-KR" altLang="en-US" dirty="0"/>
              <a:t>으로 만들어지는데</a:t>
            </a:r>
            <a:r>
              <a:rPr lang="en-US" altLang="ko-KR" dirty="0"/>
              <a:t>, </a:t>
            </a:r>
            <a:r>
              <a:rPr lang="ko-KR" altLang="en-US" dirty="0"/>
              <a:t>면의 개수가 많아질 수록 무거워진다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용량이 커지므로</a:t>
            </a:r>
            <a:r>
              <a:rPr lang="en-US" altLang="ko-KR" dirty="0"/>
              <a:t>, </a:t>
            </a:r>
            <a:r>
              <a:rPr lang="ko-KR" altLang="en-US" dirty="0"/>
              <a:t>면 수는 그대로 하면서 용량은 크지 않게 각진 도형을 둥근 것처럼 보이게 눈속임할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E4E1DC9-BB25-6F34-CBEB-C9578AAA0A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577" y="3308001"/>
            <a:ext cx="581106" cy="447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082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DF8327-3D6B-91CF-94A3-EDA3DDAA2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Material Editor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C007BB-9875-ABBF-D98B-F98D3D085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도형 선택 후 </a:t>
            </a:r>
            <a:r>
              <a:rPr lang="en-US" altLang="ko-KR" dirty="0"/>
              <a:t>Material Editor </a:t>
            </a:r>
            <a:r>
              <a:rPr lang="ko-KR" altLang="en-US" dirty="0"/>
              <a:t>옵션을 선택해서</a:t>
            </a:r>
            <a:r>
              <a:rPr lang="en-US" altLang="ko-KR" dirty="0"/>
              <a:t> </a:t>
            </a:r>
            <a:r>
              <a:rPr lang="ko-KR" altLang="en-US" dirty="0"/>
              <a:t>창 띄우기</a:t>
            </a:r>
            <a:endParaRPr lang="en-US" altLang="ko-KR" dirty="0"/>
          </a:p>
          <a:p>
            <a:r>
              <a:rPr lang="ko-KR" altLang="en-US" dirty="0"/>
              <a:t>금속</a:t>
            </a:r>
            <a:r>
              <a:rPr lang="en-US" altLang="ko-KR" dirty="0"/>
              <a:t>, </a:t>
            </a:r>
            <a:r>
              <a:rPr lang="ko-KR" altLang="en-US" dirty="0"/>
              <a:t>나무 등의 재질로 오브젝트를 보이게 하고 싶을 때</a:t>
            </a:r>
            <a:endParaRPr lang="en-US" altLang="ko-KR" dirty="0"/>
          </a:p>
          <a:p>
            <a:r>
              <a:rPr lang="en-US" altLang="ko-KR" dirty="0"/>
              <a:t>Material Editor </a:t>
            </a:r>
            <a:r>
              <a:rPr lang="ko-KR" altLang="en-US" dirty="0"/>
              <a:t>창에서 </a:t>
            </a:r>
            <a:r>
              <a:rPr lang="en-US" altLang="ko-KR" dirty="0"/>
              <a:t>Material Palette </a:t>
            </a:r>
            <a:r>
              <a:rPr lang="ko-KR" altLang="en-US" dirty="0"/>
              <a:t>항목에 </a:t>
            </a:r>
            <a:r>
              <a:rPr lang="en-US" altLang="ko-KR" dirty="0"/>
              <a:t>Material</a:t>
            </a:r>
            <a:r>
              <a:rPr lang="ko-KR" altLang="en-US" dirty="0"/>
              <a:t>을 등록해서 단축 키를 통해 </a:t>
            </a:r>
            <a:r>
              <a:rPr lang="en-US" altLang="ko-KR" dirty="0"/>
              <a:t>Material</a:t>
            </a:r>
            <a:r>
              <a:rPr lang="ko-KR" altLang="en-US" dirty="0"/>
              <a:t>을 변경할 수도 있다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Probuilder</a:t>
            </a:r>
            <a:r>
              <a:rPr lang="ko-KR" altLang="en-US" dirty="0"/>
              <a:t>을 통해서 만들면 한 오브젝트에 여러 가지 </a:t>
            </a:r>
            <a:r>
              <a:rPr lang="en-US" altLang="ko-KR" dirty="0"/>
              <a:t>Material</a:t>
            </a:r>
            <a:r>
              <a:rPr lang="ko-KR" altLang="en-US" dirty="0"/>
              <a:t>을</a:t>
            </a:r>
            <a:r>
              <a:rPr lang="en-US" altLang="ko-KR" dirty="0"/>
              <a:t> </a:t>
            </a:r>
            <a:r>
              <a:rPr lang="ko-KR" altLang="en-US" dirty="0"/>
              <a:t>적용할 수도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원래는 한 오브젝트 당 하나의 </a:t>
            </a:r>
            <a:r>
              <a:rPr lang="en-US" altLang="ko-KR" dirty="0"/>
              <a:t>Material</a:t>
            </a:r>
            <a:r>
              <a:rPr lang="ko-KR" altLang="en-US" dirty="0"/>
              <a:t>만 적용 가능</a:t>
            </a:r>
            <a:endParaRPr lang="en-US" altLang="ko-KR" dirty="0"/>
          </a:p>
          <a:p>
            <a:pPr lvl="1"/>
            <a:r>
              <a:rPr lang="ko-KR" altLang="en-US" dirty="0"/>
              <a:t>적용하고 싶은 부분을 드래그를 통해 선택 후 </a:t>
            </a:r>
            <a:r>
              <a:rPr lang="en-US" altLang="ko-KR" dirty="0"/>
              <a:t>Material</a:t>
            </a:r>
            <a:r>
              <a:rPr lang="ko-KR" altLang="en-US" dirty="0"/>
              <a:t>을 적용해주면 됨</a:t>
            </a:r>
            <a:endParaRPr lang="en-US" altLang="ko-KR" dirty="0"/>
          </a:p>
          <a:p>
            <a:r>
              <a:rPr lang="en-US" altLang="ko-KR" dirty="0"/>
              <a:t>Material : </a:t>
            </a:r>
            <a:r>
              <a:rPr lang="ko-KR" altLang="en-US" dirty="0"/>
              <a:t>재질</a:t>
            </a:r>
            <a:endParaRPr lang="en-US" altLang="ko-KR" dirty="0"/>
          </a:p>
          <a:p>
            <a:pPr lvl="1"/>
            <a:r>
              <a:rPr lang="en-US" altLang="ko-KR" dirty="0"/>
              <a:t>Project </a:t>
            </a:r>
            <a:r>
              <a:rPr lang="ko-KR" altLang="en-US" dirty="0"/>
              <a:t>창에서 빈 공간에 </a:t>
            </a:r>
            <a:r>
              <a:rPr lang="ko-KR" altLang="en-US" dirty="0" err="1"/>
              <a:t>우클릭</a:t>
            </a:r>
            <a:r>
              <a:rPr lang="ko-KR" altLang="en-US" dirty="0"/>
              <a:t> </a:t>
            </a:r>
            <a:r>
              <a:rPr lang="en-US" altLang="ko-KR" dirty="0"/>
              <a:t>-&gt; Create -&gt; Material</a:t>
            </a:r>
            <a:r>
              <a:rPr lang="ko-KR" altLang="en-US" dirty="0"/>
              <a:t>로 생성한다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Base Map : </a:t>
            </a:r>
            <a:r>
              <a:rPr lang="ko-KR" altLang="en-US" dirty="0"/>
              <a:t>색상</a:t>
            </a:r>
            <a:endParaRPr lang="en-US" altLang="ko-KR" dirty="0"/>
          </a:p>
          <a:p>
            <a:pPr lvl="1"/>
            <a:r>
              <a:rPr lang="en-US" altLang="ko-KR" dirty="0"/>
              <a:t>Metallic</a:t>
            </a:r>
            <a:r>
              <a:rPr lang="ko-KR" altLang="en-US" dirty="0"/>
              <a:t> </a:t>
            </a:r>
            <a:r>
              <a:rPr lang="en-US" altLang="ko-KR" dirty="0"/>
              <a:t>Map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금속 재질 느낌</a:t>
            </a:r>
            <a:endParaRPr lang="en-US" altLang="ko-KR" dirty="0"/>
          </a:p>
          <a:p>
            <a:pPr lvl="1"/>
            <a:r>
              <a:rPr lang="en-US" altLang="ko-KR" dirty="0" err="1"/>
              <a:t>Smothness</a:t>
            </a:r>
            <a:r>
              <a:rPr lang="en-US" altLang="ko-KR" dirty="0"/>
              <a:t> : </a:t>
            </a:r>
            <a:r>
              <a:rPr lang="ko-KR" altLang="en-US" dirty="0"/>
              <a:t>매끈매끈 </a:t>
            </a:r>
            <a:r>
              <a:rPr lang="en-US" altLang="ko-KR" dirty="0"/>
              <a:t>or </a:t>
            </a:r>
            <a:r>
              <a:rPr lang="ko-KR" altLang="en-US" dirty="0"/>
              <a:t>거친 느낌</a:t>
            </a:r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353744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5462B7B-0457-424A-AE0B-D868EDEEE2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Object Selection : </a:t>
            </a:r>
            <a:r>
              <a:rPr lang="ko-KR" altLang="en-US" dirty="0"/>
              <a:t>오브젝트 하나 자체를 선택</a:t>
            </a:r>
            <a:endParaRPr lang="en-US" altLang="ko-KR" dirty="0"/>
          </a:p>
          <a:p>
            <a:r>
              <a:rPr lang="en-US" altLang="ko-KR" dirty="0"/>
              <a:t>Vertex </a:t>
            </a:r>
            <a:r>
              <a:rPr lang="en-US" altLang="ko-KR" dirty="0" err="1"/>
              <a:t>Seletion</a:t>
            </a:r>
            <a:r>
              <a:rPr lang="en-US" altLang="ko-KR" dirty="0"/>
              <a:t> : </a:t>
            </a:r>
            <a:r>
              <a:rPr lang="ko-KR" altLang="en-US" dirty="0"/>
              <a:t>오브젝트를 구성하고 있는 점</a:t>
            </a:r>
            <a:endParaRPr lang="en-US" altLang="ko-KR" dirty="0"/>
          </a:p>
          <a:p>
            <a:r>
              <a:rPr lang="en-US" altLang="ko-KR" dirty="0"/>
              <a:t>Edge Selection : </a:t>
            </a:r>
            <a:r>
              <a:rPr lang="ko-KR" altLang="en-US" dirty="0"/>
              <a:t>오브젝트를 구성하고 있는 선</a:t>
            </a:r>
            <a:endParaRPr lang="en-US" altLang="ko-KR" dirty="0"/>
          </a:p>
          <a:p>
            <a:r>
              <a:rPr lang="en-US" altLang="ko-KR" dirty="0"/>
              <a:t>Face Selection : </a:t>
            </a:r>
            <a:r>
              <a:rPr lang="ko-KR" altLang="en-US" dirty="0"/>
              <a:t>오브젝트를 구성하고 있는 면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ProBuilder</a:t>
            </a:r>
            <a:r>
              <a:rPr lang="en-US" altLang="ko-KR" dirty="0"/>
              <a:t> </a:t>
            </a:r>
            <a:r>
              <a:rPr lang="ko-KR" altLang="en-US" dirty="0"/>
              <a:t>창에서 붉은 색으로 표시된 옵션들이 각 </a:t>
            </a:r>
            <a:r>
              <a:rPr lang="en-US" altLang="ko-KR" dirty="0"/>
              <a:t>Selection</a:t>
            </a:r>
            <a:r>
              <a:rPr lang="ko-KR" altLang="en-US" dirty="0"/>
              <a:t>에서 사용 가능한 기능들임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F7B35E4-B34C-9916-BAED-F29062BDF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70482"/>
            <a:ext cx="4711031" cy="1021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02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7C92C-4C39-4A36-D1B1-AD0919839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Face Selection</a:t>
            </a:r>
            <a:r>
              <a:rPr lang="ko-KR" altLang="en-US" dirty="0"/>
              <a:t> 옵션의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719BB3-A7ED-C3D2-0D75-D3776CC64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0935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Extrude Faces : </a:t>
            </a:r>
            <a:r>
              <a:rPr lang="ko-KR" altLang="en-US" dirty="0"/>
              <a:t>면을 추출하는 기능</a:t>
            </a:r>
            <a:r>
              <a:rPr lang="en-US" altLang="ko-KR" dirty="0"/>
              <a:t>.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면을 선택 후 </a:t>
            </a:r>
            <a:r>
              <a:rPr lang="en-US" altLang="ko-KR" dirty="0"/>
              <a:t>Extrude Faces</a:t>
            </a:r>
            <a:r>
              <a:rPr lang="ko-KR" altLang="en-US" dirty="0"/>
              <a:t>를 클릭하면</a:t>
            </a:r>
            <a:r>
              <a:rPr lang="en-US" altLang="ko-KR" dirty="0"/>
              <a:t>, </a:t>
            </a:r>
            <a:r>
              <a:rPr lang="ko-KR" altLang="en-US" dirty="0"/>
              <a:t>클릭하는 만큼의 수의 면을 추가하여 쌓을 수 있는</a:t>
            </a:r>
            <a:r>
              <a:rPr lang="en-US" altLang="ko-KR" dirty="0"/>
              <a:t>(?) </a:t>
            </a:r>
            <a:r>
              <a:rPr lang="ko-KR" altLang="en-US" dirty="0"/>
              <a:t>만들 수 있는</a:t>
            </a:r>
            <a:r>
              <a:rPr lang="en-US" altLang="ko-KR" dirty="0"/>
              <a:t>(?) </a:t>
            </a:r>
            <a:r>
              <a:rPr lang="ko-KR" altLang="en-US" dirty="0"/>
              <a:t>기능</a:t>
            </a:r>
            <a:endParaRPr lang="en-US" altLang="ko-KR" dirty="0"/>
          </a:p>
          <a:p>
            <a:pPr lvl="1"/>
            <a:r>
              <a:rPr lang="ko-KR" altLang="en-US" dirty="0"/>
              <a:t>단축 키 </a:t>
            </a:r>
            <a:r>
              <a:rPr lang="en-US" altLang="ko-KR" dirty="0"/>
              <a:t>: Shift</a:t>
            </a:r>
          </a:p>
          <a:p>
            <a:pPr lvl="1"/>
            <a:r>
              <a:rPr lang="en-US" altLang="ko-KR" dirty="0"/>
              <a:t>Gizmo</a:t>
            </a:r>
            <a:r>
              <a:rPr lang="ko-KR" altLang="en-US" dirty="0"/>
              <a:t>를 </a:t>
            </a:r>
            <a:r>
              <a:rPr lang="en-US" altLang="ko-KR" dirty="0"/>
              <a:t>Scale Tool</a:t>
            </a:r>
            <a:r>
              <a:rPr lang="ko-KR" altLang="en-US" dirty="0"/>
              <a:t>로 만든 후</a:t>
            </a:r>
            <a:r>
              <a:rPr lang="en-US" altLang="ko-KR" dirty="0"/>
              <a:t>, </a:t>
            </a:r>
            <a:r>
              <a:rPr lang="ko-KR" altLang="en-US" dirty="0"/>
              <a:t>드래그를 통해 원하는 크기의 면을 추출할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때 그냥 드래그 하면 대각선 모양으로 올라오는데</a:t>
            </a:r>
            <a:r>
              <a:rPr lang="en-US" altLang="ko-KR" dirty="0"/>
              <a:t>, Shift</a:t>
            </a:r>
            <a:r>
              <a:rPr lang="ko-KR" altLang="en-US" dirty="0"/>
              <a:t>를 누른 채로 </a:t>
            </a:r>
            <a:r>
              <a:rPr lang="ko-KR" altLang="en-US" dirty="0" err="1"/>
              <a:t>드래그하면</a:t>
            </a:r>
            <a:r>
              <a:rPr lang="ko-KR" altLang="en-US" dirty="0"/>
              <a:t> 그 면 모양 그대로 올라온다</a:t>
            </a:r>
            <a:r>
              <a:rPr lang="en-US" altLang="ko-KR"/>
              <a:t>.</a:t>
            </a:r>
            <a:endParaRPr lang="en-US" altLang="ko-KR" dirty="0"/>
          </a:p>
          <a:p>
            <a:r>
              <a:rPr lang="en-US" altLang="ko-KR" dirty="0"/>
              <a:t>Delete Faces : </a:t>
            </a:r>
            <a:r>
              <a:rPr lang="ko-KR" altLang="en-US" dirty="0"/>
              <a:t>삭제하고 싶은 면을 삭제할 수 있다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이 기능으로 면을 지웠을 때</a:t>
            </a:r>
            <a:r>
              <a:rPr lang="en-US" altLang="ko-KR" dirty="0"/>
              <a:t>, </a:t>
            </a:r>
            <a:r>
              <a:rPr lang="ko-KR" altLang="en-US" dirty="0"/>
              <a:t>화면에는 제대로 보이지 않을 수 있다</a:t>
            </a:r>
            <a:r>
              <a:rPr lang="en-US" altLang="ko-KR" dirty="0"/>
              <a:t>. </a:t>
            </a:r>
            <a:r>
              <a:rPr lang="ko-KR" altLang="en-US" dirty="0"/>
              <a:t>이를 해결하기 위한 방법</a:t>
            </a:r>
            <a:br>
              <a:rPr lang="en-US" altLang="ko-KR" dirty="0"/>
            </a:br>
            <a:r>
              <a:rPr lang="en-US" altLang="ko-KR" dirty="0"/>
              <a:t>=&gt; Material</a:t>
            </a:r>
            <a:r>
              <a:rPr lang="ko-KR" altLang="en-US" dirty="0"/>
              <a:t>에서 </a:t>
            </a:r>
            <a:r>
              <a:rPr lang="en-US" altLang="ko-KR" dirty="0"/>
              <a:t>Render Face(</a:t>
            </a:r>
            <a:r>
              <a:rPr lang="ko-KR" altLang="en-US" dirty="0"/>
              <a:t>기본적으로 </a:t>
            </a:r>
            <a:r>
              <a:rPr lang="en-US" altLang="ko-KR" dirty="0"/>
              <a:t>Front</a:t>
            </a:r>
            <a:r>
              <a:rPr lang="ko-KR" altLang="en-US" dirty="0"/>
              <a:t>로 </a:t>
            </a:r>
            <a:r>
              <a:rPr lang="ko-KR" altLang="en-US" dirty="0" err="1"/>
              <a:t>설정돼있음</a:t>
            </a:r>
            <a:r>
              <a:rPr lang="en-US" altLang="ko-KR" dirty="0"/>
              <a:t>)</a:t>
            </a:r>
            <a:r>
              <a:rPr lang="ko-KR" altLang="en-US" dirty="0"/>
              <a:t>를 </a:t>
            </a:r>
            <a:r>
              <a:rPr lang="en-US" altLang="ko-KR" dirty="0"/>
              <a:t>Both</a:t>
            </a:r>
            <a:r>
              <a:rPr lang="ko-KR" altLang="en-US" dirty="0"/>
              <a:t>로 설정하면 면을 삭제했을 때 </a:t>
            </a:r>
            <a:r>
              <a:rPr lang="en-US" altLang="ko-KR" dirty="0"/>
              <a:t>Scene </a:t>
            </a:r>
            <a:r>
              <a:rPr lang="ko-KR" altLang="en-US" dirty="0"/>
              <a:t>화면에서 정상적으로 </a:t>
            </a:r>
            <a:r>
              <a:rPr lang="en-US" altLang="ko-KR" dirty="0"/>
              <a:t>Rendering</a:t>
            </a:r>
            <a:r>
              <a:rPr lang="ko-KR" altLang="en-US" dirty="0"/>
              <a:t>됨</a:t>
            </a:r>
            <a:r>
              <a:rPr lang="en-US" altLang="ko-KR" dirty="0"/>
              <a:t>(</a:t>
            </a:r>
            <a:r>
              <a:rPr lang="ko-KR" altLang="en-US" dirty="0"/>
              <a:t>정상적으로 </a:t>
            </a:r>
            <a:r>
              <a:rPr lang="ko-KR" altLang="en-US" dirty="0" err="1"/>
              <a:t>보여짐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But </a:t>
            </a:r>
            <a:r>
              <a:rPr lang="ko-KR" altLang="en-US" dirty="0"/>
              <a:t>모든 </a:t>
            </a:r>
            <a:r>
              <a:rPr lang="en-US" altLang="ko-KR" dirty="0"/>
              <a:t>Material</a:t>
            </a:r>
            <a:r>
              <a:rPr lang="ko-KR" altLang="en-US" dirty="0"/>
              <a:t>을 </a:t>
            </a:r>
            <a:r>
              <a:rPr lang="en-US" altLang="ko-KR" dirty="0"/>
              <a:t>Both</a:t>
            </a:r>
            <a:r>
              <a:rPr lang="ko-KR" altLang="en-US" dirty="0"/>
              <a:t>로 바꾸면 </a:t>
            </a:r>
            <a:r>
              <a:rPr lang="ko-KR" altLang="en-US" dirty="0" err="1"/>
              <a:t>연산량이</a:t>
            </a:r>
            <a:r>
              <a:rPr lang="ko-KR" altLang="en-US" dirty="0"/>
              <a:t> 많아지므로</a:t>
            </a:r>
            <a:r>
              <a:rPr lang="en-US" altLang="ko-KR" dirty="0"/>
              <a:t>, </a:t>
            </a:r>
            <a:r>
              <a:rPr lang="ko-KR" altLang="en-US" dirty="0"/>
              <a:t>필요한 경우에만 해당 </a:t>
            </a:r>
            <a:r>
              <a:rPr lang="en-US" altLang="ko-KR" dirty="0"/>
              <a:t>Material</a:t>
            </a:r>
            <a:r>
              <a:rPr lang="ko-KR" altLang="en-US" dirty="0"/>
              <a:t>만 </a:t>
            </a:r>
            <a:r>
              <a:rPr lang="en-US" altLang="ko-KR" dirty="0"/>
              <a:t>Both</a:t>
            </a:r>
            <a:r>
              <a:rPr lang="ko-KR" altLang="en-US" dirty="0"/>
              <a:t>로 하도록 설정하자</a:t>
            </a:r>
            <a:r>
              <a:rPr lang="en-US" altLang="ko-KR" dirty="0"/>
              <a:t>.</a:t>
            </a:r>
          </a:p>
          <a:p>
            <a:pPr lvl="1"/>
            <a:r>
              <a:rPr lang="ko-KR" altLang="en-US" dirty="0"/>
              <a:t>단축키 </a:t>
            </a:r>
            <a:r>
              <a:rPr lang="en-US" altLang="ko-KR" dirty="0"/>
              <a:t>: </a:t>
            </a:r>
            <a:r>
              <a:rPr lang="ko-KR" altLang="en-US" dirty="0"/>
              <a:t>제거할 면 선택 후 </a:t>
            </a:r>
            <a:r>
              <a:rPr lang="en-US" altLang="ko-KR" dirty="0" err="1"/>
              <a:t>BackSpce</a:t>
            </a:r>
            <a:r>
              <a:rPr lang="en-US" altLang="ko-KR" dirty="0"/>
              <a:t>. Delete </a:t>
            </a:r>
            <a:r>
              <a:rPr lang="ko-KR" altLang="en-US" dirty="0"/>
              <a:t>키 아님 주의</a:t>
            </a:r>
            <a:r>
              <a:rPr lang="en-US" altLang="ko-KR" dirty="0"/>
              <a:t>!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32397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942</Words>
  <Application>Microsoft Office PowerPoint</Application>
  <PresentationFormat>와이드스크린</PresentationFormat>
  <Paragraphs>80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Scene 화면 상단의 옵션들</vt:lpstr>
      <vt:lpstr>Scene 화면 상단의 옵션들2</vt:lpstr>
      <vt:lpstr>Scene 화면 상단의 옵션들3</vt:lpstr>
      <vt:lpstr>Scene 화면 상단의 옵션들4</vt:lpstr>
      <vt:lpstr>Scene 화면 상단의 옵션들5</vt:lpstr>
      <vt:lpstr>Probuilder</vt:lpstr>
      <vt:lpstr>New Shape</vt:lpstr>
      <vt:lpstr>New Poly Shape</vt:lpstr>
      <vt:lpstr>Smoothing</vt:lpstr>
      <vt:lpstr>Material Editor</vt:lpstr>
      <vt:lpstr>PowerPoint 프레젠테이션</vt:lpstr>
      <vt:lpstr>Face Selection 옵션의 기능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5</cp:revision>
  <dcterms:created xsi:type="dcterms:W3CDTF">2026-03-05T04:42:52Z</dcterms:created>
  <dcterms:modified xsi:type="dcterms:W3CDTF">2026-03-06T05:07:29Z</dcterms:modified>
</cp:coreProperties>
</file>