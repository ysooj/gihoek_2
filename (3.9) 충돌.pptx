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71A493-56E6-4B1A-BADE-9F88A094C1C4}" v="10" dt="2026-03-09T06:36:33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3-09T06:36:56.977" v="8135" actId="14100"/>
      <pc:docMkLst>
        <pc:docMk/>
      </pc:docMkLst>
      <pc:sldChg chg="new del">
        <pc:chgData name="musukie52@gmail.com" userId="017bd91f96aa8751" providerId="LiveId" clId="{5B2C3894-F97E-4CAB-8812-5BB4D83AAC6A}" dt="2026-03-09T05:01:57.178" v="2" actId="47"/>
        <pc:sldMkLst>
          <pc:docMk/>
          <pc:sldMk cId="106194958" sldId="256"/>
        </pc:sldMkLst>
      </pc:sldChg>
      <pc:sldChg chg="modSp new mod">
        <pc:chgData name="musukie52@gmail.com" userId="017bd91f96aa8751" providerId="LiveId" clId="{5B2C3894-F97E-4CAB-8812-5BB4D83AAC6A}" dt="2026-03-09T06:06:26.937" v="5575" actId="20577"/>
        <pc:sldMkLst>
          <pc:docMk/>
          <pc:sldMk cId="3672828146" sldId="257"/>
        </pc:sldMkLst>
        <pc:spChg chg="mod">
          <ac:chgData name="musukie52@gmail.com" userId="017bd91f96aa8751" providerId="LiveId" clId="{5B2C3894-F97E-4CAB-8812-5BB4D83AAC6A}" dt="2026-03-09T05:18:59.535" v="71" actId="20577"/>
          <ac:spMkLst>
            <pc:docMk/>
            <pc:sldMk cId="3672828146" sldId="257"/>
            <ac:spMk id="2" creationId="{4837B4F8-27B0-4F1C-1B89-F73E996995A9}"/>
          </ac:spMkLst>
        </pc:spChg>
        <pc:spChg chg="mod">
          <ac:chgData name="musukie52@gmail.com" userId="017bd91f96aa8751" providerId="LiveId" clId="{5B2C3894-F97E-4CAB-8812-5BB4D83AAC6A}" dt="2026-03-09T06:06:26.937" v="5575" actId="20577"/>
          <ac:spMkLst>
            <pc:docMk/>
            <pc:sldMk cId="3672828146" sldId="257"/>
            <ac:spMk id="3" creationId="{64F4187E-8F22-1959-084F-333AE7FB40B8}"/>
          </ac:spMkLst>
        </pc:spChg>
      </pc:sldChg>
      <pc:sldChg chg="modSp new mod">
        <pc:chgData name="musukie52@gmail.com" userId="017bd91f96aa8751" providerId="LiveId" clId="{5B2C3894-F97E-4CAB-8812-5BB4D83AAC6A}" dt="2026-03-09T06:21:11.318" v="6277" actId="20577"/>
        <pc:sldMkLst>
          <pc:docMk/>
          <pc:sldMk cId="1779736707" sldId="258"/>
        </pc:sldMkLst>
        <pc:spChg chg="mod">
          <ac:chgData name="musukie52@gmail.com" userId="017bd91f96aa8751" providerId="LiveId" clId="{5B2C3894-F97E-4CAB-8812-5BB4D83AAC6A}" dt="2026-03-09T05:22:44.950" v="459" actId="20577"/>
          <ac:spMkLst>
            <pc:docMk/>
            <pc:sldMk cId="1779736707" sldId="258"/>
            <ac:spMk id="2" creationId="{492538A1-08C7-F422-D5B4-9A630F98262C}"/>
          </ac:spMkLst>
        </pc:spChg>
        <pc:spChg chg="mod">
          <ac:chgData name="musukie52@gmail.com" userId="017bd91f96aa8751" providerId="LiveId" clId="{5B2C3894-F97E-4CAB-8812-5BB4D83AAC6A}" dt="2026-03-09T06:21:11.318" v="6277" actId="20577"/>
          <ac:spMkLst>
            <pc:docMk/>
            <pc:sldMk cId="1779736707" sldId="258"/>
            <ac:spMk id="3" creationId="{EAB7D880-DE28-1F1B-F9E1-AED3FE19EDD0}"/>
          </ac:spMkLst>
        </pc:spChg>
      </pc:sldChg>
      <pc:sldChg chg="modSp new mod">
        <pc:chgData name="musukie52@gmail.com" userId="017bd91f96aa8751" providerId="LiveId" clId="{5B2C3894-F97E-4CAB-8812-5BB4D83AAC6A}" dt="2026-03-09T05:31:02.842" v="1509" actId="20577"/>
        <pc:sldMkLst>
          <pc:docMk/>
          <pc:sldMk cId="759133023" sldId="259"/>
        </pc:sldMkLst>
        <pc:spChg chg="mod">
          <ac:chgData name="musukie52@gmail.com" userId="017bd91f96aa8751" providerId="LiveId" clId="{5B2C3894-F97E-4CAB-8812-5BB4D83AAC6A}" dt="2026-03-09T05:29:42.232" v="1003" actId="20577"/>
          <ac:spMkLst>
            <pc:docMk/>
            <pc:sldMk cId="759133023" sldId="259"/>
            <ac:spMk id="2" creationId="{47A9CBC0-3019-E6C2-2482-8D1E29CE3F4F}"/>
          </ac:spMkLst>
        </pc:spChg>
        <pc:spChg chg="mod">
          <ac:chgData name="musukie52@gmail.com" userId="017bd91f96aa8751" providerId="LiveId" clId="{5B2C3894-F97E-4CAB-8812-5BB4D83AAC6A}" dt="2026-03-09T05:31:02.842" v="1509" actId="20577"/>
          <ac:spMkLst>
            <pc:docMk/>
            <pc:sldMk cId="759133023" sldId="259"/>
            <ac:spMk id="3" creationId="{86978CD7-CD7C-809D-E13C-9A25CED3E5F4}"/>
          </ac:spMkLst>
        </pc:spChg>
      </pc:sldChg>
      <pc:sldChg chg="modSp new mod">
        <pc:chgData name="musukie52@gmail.com" userId="017bd91f96aa8751" providerId="LiveId" clId="{5B2C3894-F97E-4CAB-8812-5BB4D83AAC6A}" dt="2026-03-09T05:35:46.539" v="2336" actId="20577"/>
        <pc:sldMkLst>
          <pc:docMk/>
          <pc:sldMk cId="529247179" sldId="260"/>
        </pc:sldMkLst>
        <pc:spChg chg="mod">
          <ac:chgData name="musukie52@gmail.com" userId="017bd91f96aa8751" providerId="LiveId" clId="{5B2C3894-F97E-4CAB-8812-5BB4D83AAC6A}" dt="2026-03-09T05:32:58.021" v="1527" actId="20577"/>
          <ac:spMkLst>
            <pc:docMk/>
            <pc:sldMk cId="529247179" sldId="260"/>
            <ac:spMk id="2" creationId="{63C12B2A-7807-AAD7-16DB-383F53C0AA8C}"/>
          </ac:spMkLst>
        </pc:spChg>
        <pc:spChg chg="mod">
          <ac:chgData name="musukie52@gmail.com" userId="017bd91f96aa8751" providerId="LiveId" clId="{5B2C3894-F97E-4CAB-8812-5BB4D83AAC6A}" dt="2026-03-09T05:35:46.539" v="2336" actId="20577"/>
          <ac:spMkLst>
            <pc:docMk/>
            <pc:sldMk cId="529247179" sldId="260"/>
            <ac:spMk id="3" creationId="{E38177FF-E1E6-91EB-57A5-16D743DAB657}"/>
          </ac:spMkLst>
        </pc:spChg>
      </pc:sldChg>
      <pc:sldChg chg="modSp new mod">
        <pc:chgData name="musukie52@gmail.com" userId="017bd91f96aa8751" providerId="LiveId" clId="{5B2C3894-F97E-4CAB-8812-5BB4D83AAC6A}" dt="2026-03-09T05:53:05.220" v="4036" actId="14100"/>
        <pc:sldMkLst>
          <pc:docMk/>
          <pc:sldMk cId="1872925024" sldId="261"/>
        </pc:sldMkLst>
        <pc:spChg chg="mod">
          <ac:chgData name="musukie52@gmail.com" userId="017bd91f96aa8751" providerId="LiveId" clId="{5B2C3894-F97E-4CAB-8812-5BB4D83AAC6A}" dt="2026-03-09T05:35:57.459" v="2363" actId="20577"/>
          <ac:spMkLst>
            <pc:docMk/>
            <pc:sldMk cId="1872925024" sldId="261"/>
            <ac:spMk id="2" creationId="{2CF27BFE-393E-724D-D5B4-DC2501D6F3B1}"/>
          </ac:spMkLst>
        </pc:spChg>
        <pc:spChg chg="mod">
          <ac:chgData name="musukie52@gmail.com" userId="017bd91f96aa8751" providerId="LiveId" clId="{5B2C3894-F97E-4CAB-8812-5BB4D83AAC6A}" dt="2026-03-09T05:53:05.220" v="4036" actId="14100"/>
          <ac:spMkLst>
            <pc:docMk/>
            <pc:sldMk cId="1872925024" sldId="261"/>
            <ac:spMk id="3" creationId="{F4D910C0-EDD3-1C3F-22B8-F5EFF616FE46}"/>
          </ac:spMkLst>
        </pc:spChg>
      </pc:sldChg>
      <pc:sldChg chg="modSp new mod">
        <pc:chgData name="musukie52@gmail.com" userId="017bd91f96aa8751" providerId="LiveId" clId="{5B2C3894-F97E-4CAB-8812-5BB4D83AAC6A}" dt="2026-03-09T06:05:39.795" v="5432" actId="20577"/>
        <pc:sldMkLst>
          <pc:docMk/>
          <pc:sldMk cId="598937106" sldId="262"/>
        </pc:sldMkLst>
        <pc:spChg chg="mod">
          <ac:chgData name="musukie52@gmail.com" userId="017bd91f96aa8751" providerId="LiveId" clId="{5B2C3894-F97E-4CAB-8812-5BB4D83AAC6A}" dt="2026-03-09T06:03:34.285" v="5114" actId="20577"/>
          <ac:spMkLst>
            <pc:docMk/>
            <pc:sldMk cId="598937106" sldId="262"/>
            <ac:spMk id="2" creationId="{9387B172-D1B2-5650-B559-C1BFE3DFDFAB}"/>
          </ac:spMkLst>
        </pc:spChg>
        <pc:spChg chg="mod">
          <ac:chgData name="musukie52@gmail.com" userId="017bd91f96aa8751" providerId="LiveId" clId="{5B2C3894-F97E-4CAB-8812-5BB4D83AAC6A}" dt="2026-03-09T06:05:39.795" v="5432" actId="20577"/>
          <ac:spMkLst>
            <pc:docMk/>
            <pc:sldMk cId="598937106" sldId="262"/>
            <ac:spMk id="3" creationId="{56915686-E0DE-954F-1686-6BC92766E3B0}"/>
          </ac:spMkLst>
        </pc:spChg>
      </pc:sldChg>
      <pc:sldChg chg="modSp new mod">
        <pc:chgData name="musukie52@gmail.com" userId="017bd91f96aa8751" providerId="LiveId" clId="{5B2C3894-F97E-4CAB-8812-5BB4D83AAC6A}" dt="2026-03-09T05:59:32.054" v="5072" actId="20577"/>
        <pc:sldMkLst>
          <pc:docMk/>
          <pc:sldMk cId="1468648494" sldId="263"/>
        </pc:sldMkLst>
        <pc:spChg chg="mod">
          <ac:chgData name="musukie52@gmail.com" userId="017bd91f96aa8751" providerId="LiveId" clId="{5B2C3894-F97E-4CAB-8812-5BB4D83AAC6A}" dt="2026-03-09T05:51:49.482" v="3835" actId="20577"/>
          <ac:spMkLst>
            <pc:docMk/>
            <pc:sldMk cId="1468648494" sldId="263"/>
            <ac:spMk id="2" creationId="{FCE8C05F-8CC7-FEE6-77C3-520CD46EC1CF}"/>
          </ac:spMkLst>
        </pc:spChg>
        <pc:spChg chg="mod">
          <ac:chgData name="musukie52@gmail.com" userId="017bd91f96aa8751" providerId="LiveId" clId="{5B2C3894-F97E-4CAB-8812-5BB4D83AAC6A}" dt="2026-03-09T05:59:32.054" v="5072" actId="20577"/>
          <ac:spMkLst>
            <pc:docMk/>
            <pc:sldMk cId="1468648494" sldId="263"/>
            <ac:spMk id="3" creationId="{DF562CFD-D193-1E04-640D-EF9E782DD8D9}"/>
          </ac:spMkLst>
        </pc:spChg>
      </pc:sldChg>
      <pc:sldChg chg="modSp new mod">
        <pc:chgData name="musukie52@gmail.com" userId="017bd91f96aa8751" providerId="LiveId" clId="{5B2C3894-F97E-4CAB-8812-5BB4D83AAC6A}" dt="2026-03-09T05:58:37.925" v="4813" actId="20577"/>
        <pc:sldMkLst>
          <pc:docMk/>
          <pc:sldMk cId="28509887" sldId="264"/>
        </pc:sldMkLst>
        <pc:spChg chg="mod">
          <ac:chgData name="musukie52@gmail.com" userId="017bd91f96aa8751" providerId="LiveId" clId="{5B2C3894-F97E-4CAB-8812-5BB4D83AAC6A}" dt="2026-03-09T05:53:22.943" v="4077" actId="20577"/>
          <ac:spMkLst>
            <pc:docMk/>
            <pc:sldMk cId="28509887" sldId="264"/>
            <ac:spMk id="2" creationId="{CCD2B397-F119-3DC3-80EC-A352C44A9774}"/>
          </ac:spMkLst>
        </pc:spChg>
        <pc:spChg chg="mod">
          <ac:chgData name="musukie52@gmail.com" userId="017bd91f96aa8751" providerId="LiveId" clId="{5B2C3894-F97E-4CAB-8812-5BB4D83AAC6A}" dt="2026-03-09T05:58:37.925" v="4813" actId="20577"/>
          <ac:spMkLst>
            <pc:docMk/>
            <pc:sldMk cId="28509887" sldId="264"/>
            <ac:spMk id="3" creationId="{7A427748-619A-5121-347C-B01A747079F0}"/>
          </ac:spMkLst>
        </pc:spChg>
      </pc:sldChg>
      <pc:sldChg chg="modSp new mod">
        <pc:chgData name="musukie52@gmail.com" userId="017bd91f96aa8751" providerId="LiveId" clId="{5B2C3894-F97E-4CAB-8812-5BB4D83AAC6A}" dt="2026-03-09T06:04:56.026" v="5181" actId="20577"/>
        <pc:sldMkLst>
          <pc:docMk/>
          <pc:sldMk cId="1482045713" sldId="265"/>
        </pc:sldMkLst>
        <pc:spChg chg="mod">
          <ac:chgData name="musukie52@gmail.com" userId="017bd91f96aa8751" providerId="LiveId" clId="{5B2C3894-F97E-4CAB-8812-5BB4D83AAC6A}" dt="2026-03-09T06:03:29.514" v="5101" actId="20577"/>
          <ac:spMkLst>
            <pc:docMk/>
            <pc:sldMk cId="1482045713" sldId="265"/>
            <ac:spMk id="2" creationId="{D6484FEB-F24F-2F05-D9AA-3FA4FE0F512C}"/>
          </ac:spMkLst>
        </pc:spChg>
        <pc:spChg chg="mod">
          <ac:chgData name="musukie52@gmail.com" userId="017bd91f96aa8751" providerId="LiveId" clId="{5B2C3894-F97E-4CAB-8812-5BB4D83AAC6A}" dt="2026-03-09T06:04:56.026" v="5181" actId="20577"/>
          <ac:spMkLst>
            <pc:docMk/>
            <pc:sldMk cId="1482045713" sldId="265"/>
            <ac:spMk id="3" creationId="{BEEB9F06-3516-C47A-55AF-B79A77895AF6}"/>
          </ac:spMkLst>
        </pc:spChg>
      </pc:sldChg>
      <pc:sldChg chg="modSp new mod">
        <pc:chgData name="musukie52@gmail.com" userId="017bd91f96aa8751" providerId="LiveId" clId="{5B2C3894-F97E-4CAB-8812-5BB4D83AAC6A}" dt="2026-03-09T06:17:16.202" v="6143" actId="20577"/>
        <pc:sldMkLst>
          <pc:docMk/>
          <pc:sldMk cId="2922423390" sldId="266"/>
        </pc:sldMkLst>
        <pc:spChg chg="mod">
          <ac:chgData name="musukie52@gmail.com" userId="017bd91f96aa8751" providerId="LiveId" clId="{5B2C3894-F97E-4CAB-8812-5BB4D83AAC6A}" dt="2026-03-09T06:15:53.226" v="5599" actId="20577"/>
          <ac:spMkLst>
            <pc:docMk/>
            <pc:sldMk cId="2922423390" sldId="266"/>
            <ac:spMk id="2" creationId="{15EA0AFA-28ED-D182-755B-BE7E94D23007}"/>
          </ac:spMkLst>
        </pc:spChg>
        <pc:spChg chg="mod">
          <ac:chgData name="musukie52@gmail.com" userId="017bd91f96aa8751" providerId="LiveId" clId="{5B2C3894-F97E-4CAB-8812-5BB4D83AAC6A}" dt="2026-03-09T06:17:16.202" v="6143" actId="20577"/>
          <ac:spMkLst>
            <pc:docMk/>
            <pc:sldMk cId="2922423390" sldId="266"/>
            <ac:spMk id="3" creationId="{B6F919E3-573F-3E86-011D-E4F651BCBC18}"/>
          </ac:spMkLst>
        </pc:spChg>
      </pc:sldChg>
      <pc:sldChg chg="modSp new mod">
        <pc:chgData name="musukie52@gmail.com" userId="017bd91f96aa8751" providerId="LiveId" clId="{5B2C3894-F97E-4CAB-8812-5BB4D83AAC6A}" dt="2026-03-09T06:32:35.806" v="7774" actId="27636"/>
        <pc:sldMkLst>
          <pc:docMk/>
          <pc:sldMk cId="3777040270" sldId="267"/>
        </pc:sldMkLst>
        <pc:spChg chg="mod">
          <ac:chgData name="musukie52@gmail.com" userId="017bd91f96aa8751" providerId="LiveId" clId="{5B2C3894-F97E-4CAB-8812-5BB4D83AAC6A}" dt="2026-03-09T06:26:27.064" v="6380" actId="20577"/>
          <ac:spMkLst>
            <pc:docMk/>
            <pc:sldMk cId="3777040270" sldId="267"/>
            <ac:spMk id="2" creationId="{A81AFD39-3012-0506-9EB7-43C814B78A39}"/>
          </ac:spMkLst>
        </pc:spChg>
        <pc:spChg chg="mod">
          <ac:chgData name="musukie52@gmail.com" userId="017bd91f96aa8751" providerId="LiveId" clId="{5B2C3894-F97E-4CAB-8812-5BB4D83AAC6A}" dt="2026-03-09T06:32:35.806" v="7774" actId="27636"/>
          <ac:spMkLst>
            <pc:docMk/>
            <pc:sldMk cId="3777040270" sldId="267"/>
            <ac:spMk id="3" creationId="{1460813B-4EFB-0D57-3941-EC24EB5DB07E}"/>
          </ac:spMkLst>
        </pc:spChg>
      </pc:sldChg>
      <pc:sldChg chg="addSp delSp modSp new mod">
        <pc:chgData name="musukie52@gmail.com" userId="017bd91f96aa8751" providerId="LiveId" clId="{5B2C3894-F97E-4CAB-8812-5BB4D83AAC6A}" dt="2026-03-09T06:36:56.977" v="8135" actId="14100"/>
        <pc:sldMkLst>
          <pc:docMk/>
          <pc:sldMk cId="3503003857" sldId="268"/>
        </pc:sldMkLst>
        <pc:spChg chg="del mod">
          <ac:chgData name="musukie52@gmail.com" userId="017bd91f96aa8751" providerId="LiveId" clId="{5B2C3894-F97E-4CAB-8812-5BB4D83AAC6A}" dt="2026-03-09T06:32:52.115" v="7777" actId="478"/>
          <ac:spMkLst>
            <pc:docMk/>
            <pc:sldMk cId="3503003857" sldId="268"/>
            <ac:spMk id="2" creationId="{4E02C3E0-0204-4279-91BE-2B1A1E2B2AE3}"/>
          </ac:spMkLst>
        </pc:spChg>
        <pc:spChg chg="mod">
          <ac:chgData name="musukie52@gmail.com" userId="017bd91f96aa8751" providerId="LiveId" clId="{5B2C3894-F97E-4CAB-8812-5BB4D83AAC6A}" dt="2026-03-09T06:36:40.734" v="8131" actId="20577"/>
          <ac:spMkLst>
            <pc:docMk/>
            <pc:sldMk cId="3503003857" sldId="268"/>
            <ac:spMk id="3" creationId="{4ECE0ACD-DF78-8306-455C-BA6B3B05F4CA}"/>
          </ac:spMkLst>
        </pc:spChg>
        <pc:spChg chg="add del mod">
          <ac:chgData name="musukie52@gmail.com" userId="017bd91f96aa8751" providerId="LiveId" clId="{5B2C3894-F97E-4CAB-8812-5BB4D83AAC6A}" dt="2026-03-09T06:32:56.101" v="7780" actId="478"/>
          <ac:spMkLst>
            <pc:docMk/>
            <pc:sldMk cId="3503003857" sldId="268"/>
            <ac:spMk id="5" creationId="{F5112E3A-63F6-EA0A-1FA5-B86C6092994C}"/>
          </ac:spMkLst>
        </pc:spChg>
        <pc:spChg chg="add mod">
          <ac:chgData name="musukie52@gmail.com" userId="017bd91f96aa8751" providerId="LiveId" clId="{5B2C3894-F97E-4CAB-8812-5BB4D83AAC6A}" dt="2026-03-09T06:32:53.643" v="7779"/>
          <ac:spMkLst>
            <pc:docMk/>
            <pc:sldMk cId="3503003857" sldId="268"/>
            <ac:spMk id="6" creationId="{05566488-021E-AB18-DB9A-8BFBD690CD16}"/>
          </ac:spMkLst>
        </pc:spChg>
        <pc:spChg chg="add mod">
          <ac:chgData name="musukie52@gmail.com" userId="017bd91f96aa8751" providerId="LiveId" clId="{5B2C3894-F97E-4CAB-8812-5BB4D83AAC6A}" dt="2026-03-09T06:36:56.977" v="8135" actId="14100"/>
          <ac:spMkLst>
            <pc:docMk/>
            <pc:sldMk cId="3503003857" sldId="268"/>
            <ac:spMk id="7" creationId="{F18BA635-2358-E3B7-A53D-D6B2863659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70FB5-B85A-A18B-1D07-4122119ED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9F5ECE-D3DF-8403-2A66-6D612883E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ED73A2-03BF-918C-36A7-8A46CCD8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33BD7B-D8A5-71A4-4829-11ABA8FA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59AB43-50E6-FF2A-D026-F914FD1F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8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36EC9-229E-8E62-9676-575F6577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3E1F11-13AC-EE9E-3CBC-7244C0CA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2FA79-DD78-07ED-4682-F00CADC5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D28A-1EBA-8C2F-2575-F7974D06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FAFA8-F922-3497-E045-3CC1024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28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DEF83-D5E3-21C7-224B-E0C669D2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63A45-DA89-5699-CAFA-9AB3BFDAA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89DCBD-440C-AC54-E634-2F7D42E3F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4B4168-B8D5-3747-51D5-A803D2CB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518DA-54B7-9D41-F370-5150865C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7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3EAE2-D325-CB9B-A420-6D60446F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BCF67-6E3B-7159-FD5B-0587CFB78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F01DE7-3972-22A3-D446-E3DB41F63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56E5FE-DDB6-9262-E2C9-389294BB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2C4FE-7C4F-B81A-2313-2A4BEC48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6CD572-A68A-CD8E-38AD-008B874A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1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F8A2F-4530-F6C8-BD30-D9F6A868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920C0-94E6-AF96-C63F-59B9CAD1B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FCF2D-3567-ED19-57C7-790A271D3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CEA7B7-0E0F-65F3-9777-C78747FCA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044DE3-7FB0-2E74-A7D2-5D041E1A5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AB1046-5A3E-59D1-FA30-75474399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7B9F5-A1E2-49D8-0697-7ACEE91F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EC6D2A-091B-0DB6-AD13-68A9EB09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7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3CC20-B8F4-67E4-8938-4B116BD1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E32CF6-0F17-B547-A3F7-B20B0F53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0E8CBB-0C4A-9FBE-3FFC-8BAEBACE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9496AE-D88D-8F30-CAF8-855DD808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04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0741F7-93AA-AF8B-3499-555A54520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098096-8DF3-59EF-592B-DE343C66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E5BF7-812D-06BC-6CE1-C38C17E3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26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F44E2-FB2B-6E1B-D927-0E258AA3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9506F-7E59-C9F2-20E1-DFDFA8FCC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C07A16-6F9F-7C5C-6155-A955B4F0B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B13C8-34BE-57C2-7398-57824525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B74CAC-6C44-D2E6-1D12-A54DE815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F97CA-6F36-8F16-ACA0-F0B2938B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151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4BC4D-D1A8-BA63-95D1-1638B95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C71C73-33D8-C841-D9FB-9EFB6202B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8F7821-77E7-029B-5B0E-234DA2F88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59258-1651-3E08-BC8E-E7F39151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8086A6-1528-3745-15C0-87C27C62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5188E9-4ABB-E452-48DD-510DF45B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4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17799-7195-DD54-0B54-BA8BFD37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05FF5A-6BF3-8F42-8604-FD373739E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23F25F-3CC9-5828-FD6B-5E784F62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21F210-B2B9-01AB-0A40-90FE2658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5E7439-C6A0-7085-AB3F-857B6387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1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609FC9-5DC1-8920-65E0-AB7F15E24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59A321-F65E-28DB-0195-4800A733F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528FD-1620-772A-BF1D-A0A266CD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D0006-3E6F-F5A8-2B86-7D135E3B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E285E-D7A4-BFC7-4C52-1CC13C0C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6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025C3B-61E7-DFA5-1280-F99D1CCF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A4F5B2-FEDB-A705-E877-4AB1DBE9E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21AD45-8B31-921E-7D45-22DD3CDA0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FBBC8-323D-4CBC-9064-86870257524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72956-4867-54BF-4319-69EBF0D45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E9C5F-8DDB-10CA-D87F-484375262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55D64-46F7-46FC-A2A1-5368CEDFE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9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7B4F8-27B0-4F1C-1B89-F73E9969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Unity</a:t>
            </a:r>
            <a:r>
              <a:rPr lang="ko-KR" altLang="en-US" dirty="0"/>
              <a:t>에서 지원하는 충돌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4187E-8F22-1959-084F-333AE7FB4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Collision(</a:t>
            </a:r>
            <a:r>
              <a:rPr lang="ko-KR" altLang="en-US" dirty="0"/>
              <a:t>물리를 사용하는 충돌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캐릭터와 땅</a:t>
            </a:r>
            <a:r>
              <a:rPr lang="en-US" altLang="ko-KR" dirty="0"/>
              <a:t> : </a:t>
            </a:r>
            <a:r>
              <a:rPr lang="ko-KR" altLang="en-US" dirty="0"/>
              <a:t>캐릭터가 땅 속으로 꺼지지 않고 땅 위로 다닐 수 있게 하는 것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물리 연산이 발생하는 충돌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Trigger(</a:t>
            </a:r>
            <a:r>
              <a:rPr lang="ko-KR" altLang="en-US" dirty="0"/>
              <a:t>물리를 사용하지 않는 충돌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 err="1"/>
              <a:t>기믹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물리 연산이 발생하지 않는 충돌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82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538A1-08C7-F422-D5B4-9A630F982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컴포넌트 </a:t>
            </a:r>
            <a:r>
              <a:rPr lang="en-US" altLang="ko-KR" dirty="0"/>
              <a:t>Component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B7D880-DE28-1F1B-F9E1-AED3FE19E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독립 기능이라고 생각하면 됨</a:t>
            </a:r>
            <a:endParaRPr lang="en-US" altLang="ko-KR" dirty="0"/>
          </a:p>
          <a:p>
            <a:r>
              <a:rPr lang="en-US" altLang="ko-KR" dirty="0"/>
              <a:t>Inspector</a:t>
            </a:r>
            <a:r>
              <a:rPr lang="ko-KR" altLang="en-US" dirty="0"/>
              <a:t>에서 확인할 수 있는 여러 가지 항목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Transform, Mesh Renderer, Box Collider</a:t>
            </a:r>
          </a:p>
          <a:p>
            <a:endParaRPr lang="en-US" altLang="ko-KR" dirty="0"/>
          </a:p>
          <a:p>
            <a:r>
              <a:rPr lang="en-US" altLang="ko-KR" dirty="0"/>
              <a:t>Collider : </a:t>
            </a:r>
            <a:r>
              <a:rPr lang="ko-KR" altLang="en-US" dirty="0"/>
              <a:t>각 오브젝트는 충돌체를 가지고 있어야 함</a:t>
            </a:r>
            <a:r>
              <a:rPr lang="en-US" altLang="ko-KR" dirty="0"/>
              <a:t>. </a:t>
            </a:r>
            <a:r>
              <a:rPr lang="ko-KR" altLang="en-US" dirty="0"/>
              <a:t>그 충돌체를 의미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충돌체를 사용하기 위해 필요한 것 </a:t>
            </a:r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: Collider, </a:t>
            </a:r>
            <a:r>
              <a:rPr lang="en-US" altLang="ko-KR" dirty="0" err="1"/>
              <a:t>Rigidbody</a:t>
            </a:r>
            <a:br>
              <a:rPr lang="en-US" altLang="ko-KR" dirty="0"/>
            </a:br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ko-KR" altLang="en-US" dirty="0" err="1"/>
              <a:t>충돌체</a:t>
            </a:r>
            <a:r>
              <a:rPr lang="ko-KR" altLang="en-US" dirty="0"/>
              <a:t> 둘 중 하나만 </a:t>
            </a:r>
            <a:r>
              <a:rPr lang="en-US" altLang="ko-KR" dirty="0" err="1"/>
              <a:t>Rigidbody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가지고 있어도 충돌 처리가 됨</a:t>
            </a:r>
            <a:endParaRPr lang="en-US" altLang="ko-KR" dirty="0"/>
          </a:p>
          <a:p>
            <a:pPr lvl="1"/>
            <a:r>
              <a:rPr lang="en-US" altLang="ko-KR" dirty="0"/>
              <a:t>Edit Collider</a:t>
            </a:r>
            <a:r>
              <a:rPr lang="ko-KR" altLang="en-US" dirty="0"/>
              <a:t>할 때</a:t>
            </a:r>
            <a:r>
              <a:rPr lang="en-US" altLang="ko-KR" dirty="0"/>
              <a:t>, </a:t>
            </a:r>
            <a:r>
              <a:rPr lang="ko-KR" altLang="en-US" dirty="0"/>
              <a:t>점을 클릭 후 </a:t>
            </a:r>
            <a:r>
              <a:rPr lang="en-US" altLang="ko-KR" dirty="0"/>
              <a:t>Alt</a:t>
            </a:r>
            <a:r>
              <a:rPr lang="ko-KR" altLang="en-US" dirty="0"/>
              <a:t>하면 좌우</a:t>
            </a:r>
            <a:r>
              <a:rPr lang="en-US" altLang="ko-KR" dirty="0"/>
              <a:t>, </a:t>
            </a:r>
            <a:r>
              <a:rPr lang="ko-KR" altLang="en-US" dirty="0"/>
              <a:t>상하가 동일하게 조절된다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973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9CBC0-3019-E6C2-2482-8D1E29CE3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Collider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78CD7-CD7C-809D-E13C-9A25CED3E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Inspector</a:t>
            </a:r>
            <a:r>
              <a:rPr lang="ko-KR" altLang="en-US" dirty="0"/>
              <a:t>에서 </a:t>
            </a:r>
            <a:r>
              <a:rPr lang="en-US" altLang="ko-KR" dirty="0"/>
              <a:t>Add Component</a:t>
            </a:r>
            <a:r>
              <a:rPr lang="ko-KR" altLang="en-US" dirty="0"/>
              <a:t>에서 </a:t>
            </a:r>
            <a:r>
              <a:rPr lang="en-US" altLang="ko-KR" dirty="0"/>
              <a:t>Collider</a:t>
            </a:r>
            <a:r>
              <a:rPr lang="ko-KR" altLang="en-US" dirty="0"/>
              <a:t>를 검색하면 </a:t>
            </a:r>
            <a:r>
              <a:rPr lang="en-US" altLang="ko-KR" dirty="0"/>
              <a:t>Unity</a:t>
            </a:r>
            <a:r>
              <a:rPr lang="ko-KR" altLang="en-US" dirty="0"/>
              <a:t>에서 지원하는 다양한 </a:t>
            </a:r>
            <a:r>
              <a:rPr lang="ko-KR" altLang="en-US" dirty="0" err="1"/>
              <a:t>콜라이더를</a:t>
            </a:r>
            <a:r>
              <a:rPr lang="ko-KR" altLang="en-US" dirty="0"/>
              <a:t> 확인 가능</a:t>
            </a:r>
            <a:endParaRPr lang="en-US" altLang="ko-KR" dirty="0"/>
          </a:p>
          <a:p>
            <a:pPr lvl="1"/>
            <a:r>
              <a:rPr lang="ko-KR" altLang="en-US" dirty="0"/>
              <a:t>여기서 </a:t>
            </a:r>
            <a:r>
              <a:rPr lang="en-US" altLang="ko-KR" dirty="0"/>
              <a:t>‘2D’</a:t>
            </a:r>
            <a:r>
              <a:rPr lang="ko-KR" altLang="en-US" dirty="0"/>
              <a:t>가 붙은 </a:t>
            </a:r>
            <a:r>
              <a:rPr lang="ko-KR" altLang="en-US" dirty="0" err="1"/>
              <a:t>콜라이더는</a:t>
            </a:r>
            <a:r>
              <a:rPr lang="ko-KR" altLang="en-US" dirty="0"/>
              <a:t> </a:t>
            </a:r>
            <a:r>
              <a:rPr lang="en-US" altLang="ko-KR" dirty="0"/>
              <a:t>2D </a:t>
            </a:r>
            <a:r>
              <a:rPr lang="ko-KR" altLang="en-US" dirty="0"/>
              <a:t>게임을 만들 때 사용하면 좋은 </a:t>
            </a:r>
            <a:r>
              <a:rPr lang="ko-KR" altLang="en-US" dirty="0" err="1"/>
              <a:t>콜라이더다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박스 모양의 오브젝트라고 해서 무조건 박스 </a:t>
            </a:r>
            <a:r>
              <a:rPr lang="ko-KR" altLang="en-US" dirty="0" err="1"/>
              <a:t>콜라이더를</a:t>
            </a:r>
            <a:r>
              <a:rPr lang="ko-KR" altLang="en-US" dirty="0"/>
              <a:t> 사용해야 하는 것은</a:t>
            </a:r>
            <a:r>
              <a:rPr lang="en-US" altLang="ko-KR" dirty="0"/>
              <a:t> x. </a:t>
            </a:r>
            <a:r>
              <a:rPr lang="ko-KR" altLang="en-US" dirty="0"/>
              <a:t>원하는 </a:t>
            </a:r>
            <a:r>
              <a:rPr lang="ko-KR" altLang="en-US" dirty="0" err="1"/>
              <a:t>콜라이더를</a:t>
            </a:r>
            <a:r>
              <a:rPr lang="ko-KR" altLang="en-US" dirty="0"/>
              <a:t> 사용하면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913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12B2A-7807-AAD7-16DB-383F53C0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Trigger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177FF-E1E6-91EB-57A5-16D743DAB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Inspector</a:t>
            </a:r>
            <a:r>
              <a:rPr lang="ko-KR" altLang="en-US" dirty="0"/>
              <a:t>에서 </a:t>
            </a:r>
            <a:r>
              <a:rPr lang="en-US" altLang="ko-KR" dirty="0"/>
              <a:t>Collider </a:t>
            </a:r>
            <a:r>
              <a:rPr lang="ko-KR" altLang="en-US" dirty="0"/>
              <a:t>컴포넌트에서 </a:t>
            </a:r>
            <a:r>
              <a:rPr lang="en-US" altLang="ko-KR" dirty="0"/>
              <a:t>‘Is Trigger’</a:t>
            </a:r>
            <a:r>
              <a:rPr lang="ko-KR" altLang="en-US" dirty="0"/>
              <a:t>를 활성화하면 물리적 충돌은 일어나지 않음</a:t>
            </a:r>
            <a:endParaRPr lang="en-US" altLang="ko-KR" dirty="0"/>
          </a:p>
          <a:p>
            <a:pPr lvl="1"/>
            <a:r>
              <a:rPr lang="ko-KR" altLang="en-US" dirty="0"/>
              <a:t>예를 들면</a:t>
            </a:r>
            <a:r>
              <a:rPr lang="en-US" altLang="ko-KR" dirty="0"/>
              <a:t>, </a:t>
            </a:r>
            <a:r>
              <a:rPr lang="ko-KR" altLang="en-US" dirty="0"/>
              <a:t>원래 </a:t>
            </a:r>
            <a:r>
              <a:rPr lang="en-US" altLang="ko-KR" dirty="0"/>
              <a:t>‘Is Trigger’</a:t>
            </a:r>
            <a:r>
              <a:rPr lang="ko-KR" altLang="en-US" dirty="0"/>
              <a:t>를 비활성화하면 </a:t>
            </a:r>
            <a:r>
              <a:rPr lang="en-US" altLang="ko-KR" dirty="0"/>
              <a:t>Cube</a:t>
            </a:r>
            <a:r>
              <a:rPr lang="ko-KR" altLang="en-US" dirty="0"/>
              <a:t>와 </a:t>
            </a:r>
            <a:r>
              <a:rPr lang="en-US" altLang="ko-KR" dirty="0"/>
              <a:t>Plane</a:t>
            </a:r>
            <a:r>
              <a:rPr lang="ko-KR" altLang="en-US" dirty="0"/>
              <a:t>이 물리적으로 충돌하면서 </a:t>
            </a:r>
            <a:r>
              <a:rPr lang="en-US" altLang="ko-KR" dirty="0"/>
              <a:t>Cube</a:t>
            </a:r>
            <a:r>
              <a:rPr lang="ko-KR" altLang="en-US" dirty="0"/>
              <a:t>는 </a:t>
            </a:r>
            <a:r>
              <a:rPr lang="en-US" altLang="ko-KR" dirty="0"/>
              <a:t>Plane</a:t>
            </a:r>
            <a:r>
              <a:rPr lang="ko-KR" altLang="en-US" dirty="0"/>
              <a:t>을 통과하지 않는다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But ‘Is Trigger’</a:t>
            </a:r>
            <a:r>
              <a:rPr lang="ko-KR" altLang="en-US" dirty="0"/>
              <a:t>를 활성화하면 </a:t>
            </a:r>
            <a:r>
              <a:rPr lang="en-US" altLang="ko-KR" dirty="0"/>
              <a:t>Cube</a:t>
            </a:r>
            <a:r>
              <a:rPr lang="ko-KR" altLang="en-US" dirty="0"/>
              <a:t>가 </a:t>
            </a:r>
            <a:r>
              <a:rPr lang="en-US" altLang="ko-KR" dirty="0"/>
              <a:t>Plane</a:t>
            </a:r>
            <a:r>
              <a:rPr lang="ko-KR" altLang="en-US" dirty="0"/>
              <a:t>을 통과하게 된다</a:t>
            </a:r>
            <a:r>
              <a:rPr lang="en-US" altLang="ko-KR" dirty="0"/>
              <a:t>. </a:t>
            </a:r>
            <a:r>
              <a:rPr lang="ko-KR" altLang="en-US" dirty="0"/>
              <a:t>그런데 여기서</a:t>
            </a:r>
            <a:r>
              <a:rPr lang="en-US" altLang="ko-KR" dirty="0"/>
              <a:t>, </a:t>
            </a:r>
            <a:r>
              <a:rPr lang="ko-KR" altLang="en-US" dirty="0"/>
              <a:t>물리적인 충돌은 일어나지는 않지만</a:t>
            </a:r>
            <a:r>
              <a:rPr lang="en-US" altLang="ko-KR" dirty="0"/>
              <a:t>, </a:t>
            </a:r>
            <a:r>
              <a:rPr lang="ko-KR" altLang="en-US" dirty="0"/>
              <a:t>충돌은 일어나고 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Log</a:t>
            </a:r>
            <a:r>
              <a:rPr lang="ko-KR" altLang="en-US" dirty="0"/>
              <a:t>를 찍어보면 </a:t>
            </a:r>
            <a:r>
              <a:rPr lang="en-US" altLang="ko-KR" dirty="0"/>
              <a:t>Cube</a:t>
            </a:r>
            <a:r>
              <a:rPr lang="ko-KR" altLang="en-US" dirty="0"/>
              <a:t>와 </a:t>
            </a:r>
            <a:r>
              <a:rPr lang="en-US" altLang="ko-KR" dirty="0"/>
              <a:t>Plane</a:t>
            </a:r>
            <a:r>
              <a:rPr lang="ko-KR" altLang="en-US" dirty="0"/>
              <a:t>이 만날 때 충돌이 일어났다고 로그가 나올 것이다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924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27BFE-393E-724D-D5B4-DC2501D6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스크립트 </a:t>
            </a:r>
            <a:r>
              <a:rPr lang="en-US" altLang="ko-KR" dirty="0"/>
              <a:t>Script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910C0-EDD3-1C3F-22B8-F5EFF616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470"/>
            <a:ext cx="10515600" cy="538353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저급 언어 </a:t>
            </a:r>
            <a:r>
              <a:rPr lang="en-US" altLang="ko-KR" dirty="0"/>
              <a:t>(0~1</a:t>
            </a:r>
            <a:r>
              <a:rPr lang="ko-KR" altLang="en-US" dirty="0"/>
              <a:t>로 이루어진 언어</a:t>
            </a:r>
            <a:r>
              <a:rPr lang="en-US" altLang="ko-KR" dirty="0"/>
              <a:t>). </a:t>
            </a:r>
            <a:r>
              <a:rPr lang="ko-KR" altLang="en-US" dirty="0"/>
              <a:t>사람이 이해할 수 없는 언어</a:t>
            </a:r>
            <a:endParaRPr lang="en-US" altLang="ko-KR" dirty="0"/>
          </a:p>
          <a:p>
            <a:r>
              <a:rPr lang="ko-KR" altLang="en-US" dirty="0"/>
              <a:t>고급 언어 </a:t>
            </a:r>
            <a:r>
              <a:rPr lang="en-US" altLang="ko-KR" dirty="0"/>
              <a:t>(c, </a:t>
            </a:r>
            <a:r>
              <a:rPr lang="en-US" altLang="ko-KR" dirty="0" err="1"/>
              <a:t>c++</a:t>
            </a:r>
            <a:r>
              <a:rPr lang="en-US" altLang="ko-KR" dirty="0"/>
              <a:t>, c#, java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Unity</a:t>
            </a:r>
            <a:r>
              <a:rPr lang="ko-KR" altLang="en-US" dirty="0"/>
              <a:t>에서 작업하기 위해서는 고급 언어 중 </a:t>
            </a:r>
            <a:r>
              <a:rPr lang="en-US" altLang="ko-KR" dirty="0"/>
              <a:t>C#</a:t>
            </a:r>
            <a:r>
              <a:rPr lang="ko-KR" altLang="en-US" dirty="0"/>
              <a:t>으로 스크립트를 만들어서 사용해야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스크립트 이름을 바꿀 때 주의할 점 </a:t>
            </a:r>
            <a:r>
              <a:rPr lang="en-US" altLang="ko-KR" dirty="0"/>
              <a:t>: </a:t>
            </a:r>
            <a:r>
              <a:rPr lang="ko-KR" altLang="en-US" dirty="0"/>
              <a:t>스크립트는 특수한 </a:t>
            </a:r>
            <a:r>
              <a:rPr lang="ko-KR" altLang="en-US" dirty="0" err="1"/>
              <a:t>에셋이라서</a:t>
            </a:r>
            <a:r>
              <a:rPr lang="en-US" altLang="ko-KR" dirty="0"/>
              <a:t>, </a:t>
            </a:r>
            <a:r>
              <a:rPr lang="ko-KR" altLang="en-US" dirty="0"/>
              <a:t>이름을 변경할 때는 스크립트를 </a:t>
            </a:r>
            <a:r>
              <a:rPr lang="ko-KR" altLang="en-US" dirty="0" err="1"/>
              <a:t>더블클릭해서</a:t>
            </a:r>
            <a:r>
              <a:rPr lang="ko-KR" altLang="en-US" dirty="0"/>
              <a:t> 실행 후</a:t>
            </a:r>
            <a:r>
              <a:rPr lang="en-US" altLang="ko-KR" dirty="0"/>
              <a:t>, “public class ‘</a:t>
            </a:r>
            <a:r>
              <a:rPr lang="ko-KR" altLang="en-US" dirty="0" err="1"/>
              <a:t>에셋이름</a:t>
            </a:r>
            <a:r>
              <a:rPr lang="en-US" altLang="ko-KR" dirty="0"/>
              <a:t>’” </a:t>
            </a:r>
            <a:r>
              <a:rPr lang="ko-KR" altLang="en-US" dirty="0"/>
              <a:t>부분에서 </a:t>
            </a:r>
            <a:r>
              <a:rPr lang="en-US" altLang="ko-KR" dirty="0"/>
              <a:t>‘</a:t>
            </a:r>
            <a:r>
              <a:rPr lang="ko-KR" altLang="en-US" dirty="0" err="1"/>
              <a:t>에셋이름</a:t>
            </a:r>
            <a:r>
              <a:rPr lang="en-US" altLang="ko-KR" dirty="0"/>
              <a:t>’</a:t>
            </a:r>
            <a:r>
              <a:rPr lang="ko-KR" altLang="en-US" dirty="0"/>
              <a:t>을 </a:t>
            </a:r>
            <a:r>
              <a:rPr lang="ko-KR" altLang="en-US" dirty="0" err="1"/>
              <a:t>더블클릭해서</a:t>
            </a:r>
            <a:r>
              <a:rPr lang="ko-KR" altLang="en-US" dirty="0"/>
              <a:t> </a:t>
            </a:r>
            <a:r>
              <a:rPr lang="ko-KR" altLang="en-US" dirty="0" err="1"/>
              <a:t>블럭설정</a:t>
            </a:r>
            <a:r>
              <a:rPr lang="en-US" altLang="ko-KR" dirty="0"/>
              <a:t>(?)</a:t>
            </a:r>
            <a:r>
              <a:rPr lang="ko-KR" altLang="en-US" dirty="0"/>
              <a:t>하고</a:t>
            </a:r>
            <a:r>
              <a:rPr lang="en-US" altLang="ko-KR" dirty="0"/>
              <a:t>, Ctrl + R + R </a:t>
            </a:r>
            <a:r>
              <a:rPr lang="ko-KR" altLang="en-US" dirty="0"/>
              <a:t>후 이름을 바꾸고 </a:t>
            </a:r>
            <a:r>
              <a:rPr lang="en-US" altLang="ko-KR" dirty="0"/>
              <a:t>Enter</a:t>
            </a:r>
            <a:r>
              <a:rPr lang="ko-KR" altLang="en-US" dirty="0"/>
              <a:t>를 쳐야 </a:t>
            </a:r>
            <a:r>
              <a:rPr lang="ko-KR" altLang="en-US" dirty="0" err="1"/>
              <a:t>에셋</a:t>
            </a:r>
            <a:r>
              <a:rPr lang="ko-KR" altLang="en-US" dirty="0"/>
              <a:t> 이름도 바뀌고 에러가 나지 않게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오타가 있으면 에러가 나거나 잘못된 결과나 나올 수 있으므로</a:t>
            </a:r>
            <a:r>
              <a:rPr lang="en-US" altLang="ko-KR" dirty="0"/>
              <a:t>, </a:t>
            </a:r>
            <a:r>
              <a:rPr lang="ko-KR" altLang="en-US" dirty="0"/>
              <a:t>오타에 주의하자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92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7B172-D1B2-5650-B559-C1BFE3DF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Collision</a:t>
            </a:r>
            <a:r>
              <a:rPr lang="ko-KR" altLang="en-US" dirty="0"/>
              <a:t> 스크립트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915686-E0DE-954F-1686-6BC92766E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err="1"/>
              <a:t>OnCollisionEnter</a:t>
            </a:r>
            <a:br>
              <a:rPr lang="en-US" altLang="ko-KR" dirty="0"/>
            </a:br>
            <a:r>
              <a:rPr lang="en-US" altLang="ko-KR" dirty="0"/>
              <a:t> : </a:t>
            </a:r>
            <a:r>
              <a:rPr lang="ko-KR" altLang="en-US" dirty="0"/>
              <a:t>충돌체가 충돌 영역에 닿았을 때 </a:t>
            </a:r>
            <a:r>
              <a:rPr lang="en-US" altLang="ko-KR" dirty="0"/>
              <a:t>1</a:t>
            </a:r>
            <a:r>
              <a:rPr lang="ko-KR" altLang="en-US" dirty="0"/>
              <a:t>번 발생하는 함수</a:t>
            </a:r>
            <a:endParaRPr lang="en-US" altLang="ko-KR" dirty="0"/>
          </a:p>
          <a:p>
            <a:r>
              <a:rPr lang="en-US" altLang="ko-KR" dirty="0" err="1"/>
              <a:t>OnCollisionStay</a:t>
            </a:r>
            <a:br>
              <a:rPr lang="en-US" altLang="ko-KR" dirty="0"/>
            </a:br>
            <a:r>
              <a:rPr lang="en-US" altLang="ko-KR" dirty="0"/>
              <a:t> : </a:t>
            </a:r>
            <a:r>
              <a:rPr lang="ko-KR" altLang="en-US" dirty="0"/>
              <a:t>충돌체가 충돌 영역에 머무는 동안 계속 발생하는 함수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(</a:t>
            </a:r>
            <a:r>
              <a:rPr lang="ko-KR" altLang="en-US" dirty="0"/>
              <a:t>현재 게임의 타겟이 </a:t>
            </a:r>
            <a:r>
              <a:rPr lang="en-US" altLang="ko-KR" dirty="0"/>
              <a:t>60</a:t>
            </a:r>
            <a:r>
              <a:rPr lang="ko-KR" altLang="en-US" dirty="0"/>
              <a:t>프레임 </a:t>
            </a:r>
            <a:r>
              <a:rPr lang="en-US" altLang="ko-KR" dirty="0"/>
              <a:t>=&gt; 1</a:t>
            </a:r>
            <a:r>
              <a:rPr lang="ko-KR" altLang="en-US" dirty="0"/>
              <a:t>초에 </a:t>
            </a:r>
            <a:r>
              <a:rPr lang="en-US" altLang="ko-KR" dirty="0"/>
              <a:t>60</a:t>
            </a:r>
            <a:r>
              <a:rPr lang="ko-KR" altLang="en-US" dirty="0"/>
              <a:t>번 발생함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OnCollisionExit</a:t>
            </a:r>
            <a:br>
              <a:rPr lang="en-US" altLang="ko-KR" dirty="0"/>
            </a:br>
            <a:r>
              <a:rPr lang="en-US" altLang="ko-KR" dirty="0"/>
              <a:t> : </a:t>
            </a:r>
            <a:r>
              <a:rPr lang="ko-KR" altLang="en-US" dirty="0"/>
              <a:t>충돌체가 충돌 영역에서 벗어났을 때 </a:t>
            </a:r>
            <a:r>
              <a:rPr lang="en-US" altLang="ko-KR" dirty="0"/>
              <a:t>1</a:t>
            </a:r>
            <a:r>
              <a:rPr lang="ko-KR" altLang="en-US" dirty="0"/>
              <a:t>번 발생하는 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스크립트에서 </a:t>
            </a:r>
            <a:r>
              <a:rPr lang="en-US" altLang="ko-KR" dirty="0"/>
              <a:t>‘//’</a:t>
            </a:r>
            <a:r>
              <a:rPr lang="ko-KR" altLang="en-US" dirty="0"/>
              <a:t>를 한 후 적는 내용은 초록색으로 표시되는데</a:t>
            </a:r>
            <a:r>
              <a:rPr lang="en-US" altLang="ko-KR" dirty="0"/>
              <a:t>, </a:t>
            </a:r>
            <a:r>
              <a:rPr lang="ko-KR" altLang="en-US" dirty="0"/>
              <a:t>이 내용은 </a:t>
            </a:r>
            <a:r>
              <a:rPr lang="en-US" altLang="ko-KR" dirty="0"/>
              <a:t>‘</a:t>
            </a:r>
            <a:r>
              <a:rPr lang="ko-KR" altLang="en-US" dirty="0"/>
              <a:t>주석</a:t>
            </a:r>
            <a:r>
              <a:rPr lang="en-US" altLang="ko-KR" dirty="0"/>
              <a:t>’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컴파일에는 영향을 주지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893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8C05F-8CC7-FEE6-77C3-520CD46E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스크립트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562CFD-D193-1E04-640D-EF9E782DD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스크립트 작성 후 </a:t>
            </a:r>
            <a:r>
              <a:rPr lang="en-US" altLang="ko-KR" dirty="0"/>
              <a:t>Ctrl + S</a:t>
            </a:r>
            <a:r>
              <a:rPr lang="ko-KR" altLang="en-US" dirty="0"/>
              <a:t>를 통해 저장</a:t>
            </a:r>
            <a:endParaRPr lang="en-US" altLang="ko-KR" dirty="0"/>
          </a:p>
          <a:p>
            <a:r>
              <a:rPr lang="ko-KR" altLang="en-US" dirty="0"/>
              <a:t>작성한 스크립트를</a:t>
            </a:r>
            <a:r>
              <a:rPr lang="en-US" altLang="ko-KR" dirty="0"/>
              <a:t>, </a:t>
            </a:r>
            <a:r>
              <a:rPr lang="ko-KR" altLang="en-US" dirty="0"/>
              <a:t>스크립트를 적용하고 싶은 오브젝트에 넣어야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Inspector</a:t>
            </a:r>
            <a:r>
              <a:rPr lang="ko-KR" altLang="en-US" dirty="0"/>
              <a:t>에 드래그</a:t>
            </a:r>
            <a:r>
              <a:rPr lang="en-US" altLang="ko-KR" dirty="0"/>
              <a:t>&amp;</a:t>
            </a:r>
            <a:r>
              <a:rPr lang="ko-KR" altLang="en-US" dirty="0" err="1"/>
              <a:t>드롭해서</a:t>
            </a:r>
            <a:r>
              <a:rPr lang="ko-KR" altLang="en-US" dirty="0"/>
              <a:t> 스크립트를 넣거나</a:t>
            </a:r>
            <a:endParaRPr lang="en-US" altLang="ko-KR" dirty="0"/>
          </a:p>
          <a:p>
            <a:pPr lvl="1"/>
            <a:r>
              <a:rPr lang="en-US" altLang="ko-KR" dirty="0"/>
              <a:t>Add Component</a:t>
            </a:r>
            <a:r>
              <a:rPr lang="ko-KR" altLang="en-US" dirty="0"/>
              <a:t>에서 스크립트 이름을 검색해서 넣거나</a:t>
            </a:r>
            <a:endParaRPr lang="en-US" altLang="ko-KR" dirty="0"/>
          </a:p>
          <a:p>
            <a:r>
              <a:rPr lang="en-US" altLang="ko-KR" dirty="0"/>
              <a:t>Collision</a:t>
            </a:r>
            <a:r>
              <a:rPr lang="ko-KR" altLang="en-US" dirty="0"/>
              <a:t> 스크립트를 오브젝트에 넣은 후 실행했는데 로그가 제대로 뜨지 않으면</a:t>
            </a:r>
            <a:r>
              <a:rPr lang="en-US" altLang="ko-KR" dirty="0"/>
              <a:t>, ‘Is Trigger’</a:t>
            </a:r>
            <a:r>
              <a:rPr lang="ko-KR" altLang="en-US" dirty="0"/>
              <a:t>가 </a:t>
            </a:r>
            <a:r>
              <a:rPr lang="ko-KR" altLang="en-US" dirty="0" err="1"/>
              <a:t>비활성화돼있는</a:t>
            </a:r>
            <a:r>
              <a:rPr lang="ko-KR" altLang="en-US" dirty="0"/>
              <a:t> 지 확인 필요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864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2B397-F119-3DC3-80EC-A352C44A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콘솔 창 띄우기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427748-619A-5121-347C-B01A74707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Unity </a:t>
            </a:r>
            <a:r>
              <a:rPr lang="ko-KR" altLang="en-US" dirty="0"/>
              <a:t>상단 </a:t>
            </a:r>
            <a:r>
              <a:rPr lang="en-US" altLang="ko-KR" dirty="0"/>
              <a:t>Window -&gt; General -&gt; Console</a:t>
            </a:r>
          </a:p>
          <a:p>
            <a:endParaRPr lang="en-US" altLang="ko-KR" dirty="0"/>
          </a:p>
          <a:p>
            <a:r>
              <a:rPr lang="ko-KR" altLang="en-US" dirty="0"/>
              <a:t>콘솔 창을 통해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에러나 프로그램 진행 상황 등을</a:t>
            </a:r>
            <a:br>
              <a:rPr lang="en-US" altLang="ko-KR" dirty="0"/>
            </a:br>
            <a:r>
              <a:rPr lang="en-US" altLang="ko-KR" dirty="0"/>
              <a:t>or</a:t>
            </a:r>
            <a:r>
              <a:rPr lang="ko-KR" altLang="en-US" dirty="0"/>
              <a:t> 스크립트의 에러 내용 등을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확인할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Collapse </a:t>
            </a:r>
            <a:r>
              <a:rPr lang="ko-KR" altLang="en-US" dirty="0"/>
              <a:t>항목 </a:t>
            </a:r>
            <a:r>
              <a:rPr lang="en-US" altLang="ko-KR" dirty="0"/>
              <a:t>: </a:t>
            </a:r>
            <a:r>
              <a:rPr lang="ko-KR" altLang="en-US" dirty="0"/>
              <a:t>활성화</a:t>
            </a:r>
            <a:r>
              <a:rPr lang="en-US" altLang="ko-KR" dirty="0"/>
              <a:t>/</a:t>
            </a:r>
            <a:r>
              <a:rPr lang="ko-KR" altLang="en-US" dirty="0"/>
              <a:t>비활성화를 통해 로그 내용을 같은 내용끼리 합쳐서 보거나 풀어서 볼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84FEB-F24F-2F05-D9AA-3FA4FE0F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Trigger </a:t>
            </a:r>
            <a:r>
              <a:rPr lang="ko-KR" altLang="en-US" dirty="0"/>
              <a:t>스크립트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EB9F06-3516-C47A-55AF-B79A7789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OnTriggerEnter</a:t>
            </a:r>
            <a:br>
              <a:rPr lang="en-US" altLang="ko-KR" dirty="0"/>
            </a:br>
            <a:r>
              <a:rPr lang="en-US" altLang="ko-KR" dirty="0"/>
              <a:t> : </a:t>
            </a:r>
            <a:r>
              <a:rPr lang="ko-KR" altLang="en-US" dirty="0"/>
              <a:t>충돌체가 충돌 영역에 닿았을 때 </a:t>
            </a:r>
            <a:r>
              <a:rPr lang="en-US" altLang="ko-KR" dirty="0"/>
              <a:t>1</a:t>
            </a:r>
            <a:r>
              <a:rPr lang="ko-KR" altLang="en-US" dirty="0"/>
              <a:t>번 발생하는 함수</a:t>
            </a:r>
            <a:endParaRPr lang="en-US" altLang="ko-KR" dirty="0"/>
          </a:p>
          <a:p>
            <a:r>
              <a:rPr lang="en-US" altLang="ko-KR" dirty="0" err="1"/>
              <a:t>OnTriggerStay</a:t>
            </a:r>
            <a:br>
              <a:rPr lang="en-US" altLang="ko-KR" dirty="0"/>
            </a:br>
            <a:r>
              <a:rPr lang="en-US" altLang="ko-KR" dirty="0"/>
              <a:t> : </a:t>
            </a:r>
            <a:r>
              <a:rPr lang="ko-KR" altLang="en-US" dirty="0"/>
              <a:t>충돌체가 충돌 영역에 머무는 동안 계속 발생하는 함수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(</a:t>
            </a:r>
            <a:r>
              <a:rPr lang="ko-KR" altLang="en-US" dirty="0"/>
              <a:t>현재 게임의 타겟이 </a:t>
            </a:r>
            <a:r>
              <a:rPr lang="en-US" altLang="ko-KR" dirty="0"/>
              <a:t>60</a:t>
            </a:r>
            <a:r>
              <a:rPr lang="ko-KR" altLang="en-US" dirty="0"/>
              <a:t>프레임 </a:t>
            </a:r>
            <a:r>
              <a:rPr lang="en-US" altLang="ko-KR" dirty="0"/>
              <a:t>=&gt; 1</a:t>
            </a:r>
            <a:r>
              <a:rPr lang="ko-KR" altLang="en-US" dirty="0"/>
              <a:t>초에 </a:t>
            </a:r>
            <a:r>
              <a:rPr lang="en-US" altLang="ko-KR" dirty="0"/>
              <a:t>60</a:t>
            </a:r>
            <a:r>
              <a:rPr lang="ko-KR" altLang="en-US" dirty="0"/>
              <a:t>번 발생함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OnTriggerExit</a:t>
            </a:r>
            <a:br>
              <a:rPr lang="en-US" altLang="ko-KR" dirty="0"/>
            </a:br>
            <a:r>
              <a:rPr lang="en-US" altLang="ko-KR" dirty="0"/>
              <a:t> : </a:t>
            </a:r>
            <a:r>
              <a:rPr lang="ko-KR" altLang="en-US" dirty="0"/>
              <a:t>충돌체가 충돌 영역에서 벗어났을 때 </a:t>
            </a:r>
            <a:r>
              <a:rPr lang="en-US" altLang="ko-KR" dirty="0"/>
              <a:t>1</a:t>
            </a:r>
            <a:r>
              <a:rPr lang="ko-KR" altLang="en-US" dirty="0"/>
              <a:t>번 발생하는 함수</a:t>
            </a:r>
          </a:p>
        </p:txBody>
      </p:sp>
    </p:spTree>
    <p:extLst>
      <p:ext uri="{BB962C8B-B14F-4D97-AF65-F5344CB8AC3E}">
        <p14:creationId xmlns:p14="http://schemas.microsoft.com/office/powerpoint/2010/main" val="148204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A0AFA-28ED-D182-755B-BE7E94D2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렌더링을 끌 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919E3-573F-3E86-011D-E4F651BCB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인스펙터의</a:t>
            </a:r>
            <a:r>
              <a:rPr lang="ko-KR" altLang="en-US" dirty="0"/>
              <a:t> </a:t>
            </a:r>
            <a:r>
              <a:rPr lang="en-US" altLang="ko-KR" dirty="0"/>
              <a:t>Mesh Renderer </a:t>
            </a:r>
            <a:r>
              <a:rPr lang="ko-KR" altLang="en-US" dirty="0"/>
              <a:t>앞의 체크 박스를 해제하면 그 오브젝트는 화면상에 </a:t>
            </a:r>
            <a:r>
              <a:rPr lang="ko-KR" altLang="en-US" dirty="0" err="1"/>
              <a:t>렌더링되지</a:t>
            </a:r>
            <a:r>
              <a:rPr lang="ko-KR" altLang="en-US" dirty="0"/>
              <a:t>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캐릭터가 오브젝트에 충돌하면 문을 사라지게 하는 기능을 </a:t>
            </a:r>
            <a:r>
              <a:rPr lang="ko-KR" altLang="en-US" dirty="0" err="1"/>
              <a:t>만드려고</a:t>
            </a:r>
            <a:r>
              <a:rPr lang="ko-KR" altLang="en-US" dirty="0"/>
              <a:t> 하는데</a:t>
            </a:r>
            <a:r>
              <a:rPr lang="en-US" altLang="ko-KR" dirty="0"/>
              <a:t>, </a:t>
            </a:r>
            <a:r>
              <a:rPr lang="ko-KR" altLang="en-US" dirty="0"/>
              <a:t>단순히 </a:t>
            </a:r>
            <a:r>
              <a:rPr lang="ko-KR" altLang="en-US" dirty="0" err="1"/>
              <a:t>트리거로서만</a:t>
            </a:r>
            <a:r>
              <a:rPr lang="ko-KR" altLang="en-US" dirty="0"/>
              <a:t> 동작하는 오브젝트이기 때문에 화면상에 노출되면 안 된다</a:t>
            </a:r>
            <a:r>
              <a:rPr lang="en-US" altLang="ko-KR" dirty="0"/>
              <a:t>. </a:t>
            </a:r>
            <a:r>
              <a:rPr lang="ko-KR" altLang="en-US" dirty="0"/>
              <a:t>그 때 이 기능을 통해 렌더링을 끄면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242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AFD39-3012-0506-9EB7-43C814B7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캐릭터가 트리거에 닿으면 문을 비활성화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0813B-4EFB-0D57-3941-EC24EB5DB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12"/>
            <a:ext cx="10515600" cy="5245417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 err="1"/>
              <a:t>OnTriggerEnter</a:t>
            </a:r>
            <a:r>
              <a:rPr lang="en-US" altLang="ko-KR" dirty="0"/>
              <a:t> =&gt; </a:t>
            </a:r>
            <a:r>
              <a:rPr lang="ko-KR" altLang="en-US" dirty="0"/>
              <a:t>여기서 문을 비활성화한다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OnTriggerExit</a:t>
            </a:r>
            <a:r>
              <a:rPr lang="en-US" altLang="ko-KR" dirty="0"/>
              <a:t> =&gt; </a:t>
            </a:r>
            <a:r>
              <a:rPr lang="ko-KR" altLang="en-US" dirty="0"/>
              <a:t>여기서 문을 활성화한다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스크립트는 활성화</a:t>
            </a:r>
            <a:r>
              <a:rPr lang="en-US" altLang="ko-KR" dirty="0"/>
              <a:t>/</a:t>
            </a:r>
            <a:r>
              <a:rPr lang="ko-KR" altLang="en-US" dirty="0" err="1"/>
              <a:t>비활성화시킬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문</a:t>
            </a:r>
            <a:r>
              <a:rPr lang="en-US" altLang="ko-KR" dirty="0"/>
              <a:t>’</a:t>
            </a:r>
            <a:r>
              <a:rPr lang="ko-KR" altLang="en-US" dirty="0"/>
              <a:t>이 </a:t>
            </a:r>
            <a:r>
              <a:rPr lang="ko-KR" altLang="en-US" dirty="0" err="1"/>
              <a:t>뭔지</a:t>
            </a:r>
            <a:r>
              <a:rPr lang="ko-KR" altLang="en-US" dirty="0"/>
              <a:t> 모르므로 알려줘야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GameObject</a:t>
            </a:r>
            <a:r>
              <a:rPr lang="en-US" altLang="ko-KR" dirty="0"/>
              <a:t> </a:t>
            </a:r>
            <a:r>
              <a:rPr lang="en-US" altLang="ko-KR" dirty="0" err="1"/>
              <a:t>left_door</a:t>
            </a:r>
            <a:r>
              <a:rPr lang="en-US" altLang="ko-KR" dirty="0"/>
              <a:t>;</a:t>
            </a:r>
          </a:p>
          <a:p>
            <a:pPr lvl="1"/>
            <a:r>
              <a:rPr lang="ko-KR" altLang="en-US" dirty="0"/>
              <a:t>여기서 </a:t>
            </a:r>
            <a:r>
              <a:rPr lang="en-US" altLang="ko-KR" dirty="0"/>
              <a:t>‘</a:t>
            </a:r>
            <a:r>
              <a:rPr lang="en-US" altLang="ko-KR" dirty="0" err="1"/>
              <a:t>left_door</a:t>
            </a:r>
            <a:r>
              <a:rPr lang="en-US" altLang="ko-KR" dirty="0"/>
              <a:t>’</a:t>
            </a:r>
            <a:r>
              <a:rPr lang="ko-KR" altLang="en-US" dirty="0"/>
              <a:t>는 이 스크립트에서 사용할 이름이므로</a:t>
            </a:r>
            <a:r>
              <a:rPr lang="en-US" altLang="ko-KR" dirty="0"/>
              <a:t>, </a:t>
            </a:r>
            <a:r>
              <a:rPr lang="ko-KR" altLang="en-US" dirty="0"/>
              <a:t>꼭 </a:t>
            </a:r>
            <a:r>
              <a:rPr lang="en-US" altLang="ko-KR" dirty="0"/>
              <a:t>Unity</a:t>
            </a:r>
            <a:r>
              <a:rPr lang="ko-KR" altLang="en-US" dirty="0"/>
              <a:t>의 문 오브젝트와 같은 이름을 쓸 필요는 없다</a:t>
            </a:r>
            <a:r>
              <a:rPr lang="en-US" altLang="ko-KR" dirty="0"/>
              <a:t>. </a:t>
            </a:r>
            <a:r>
              <a:rPr lang="ko-KR" altLang="en-US" dirty="0"/>
              <a:t>편한 이름으로 지으면 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또 </a:t>
            </a:r>
            <a:r>
              <a:rPr lang="en-US" altLang="ko-KR" dirty="0"/>
              <a:t>‘public’</a:t>
            </a:r>
            <a:r>
              <a:rPr lang="ko-KR" altLang="en-US" dirty="0"/>
              <a:t>을 넣으면 </a:t>
            </a:r>
            <a:r>
              <a:rPr lang="en-US" altLang="ko-KR" dirty="0"/>
              <a:t>Unity</a:t>
            </a:r>
            <a:r>
              <a:rPr lang="ko-KR" altLang="en-US" dirty="0"/>
              <a:t>의 </a:t>
            </a:r>
            <a:r>
              <a:rPr lang="ko-KR" altLang="en-US" dirty="0" err="1"/>
              <a:t>인스펙터에서</a:t>
            </a:r>
            <a:r>
              <a:rPr lang="ko-KR" altLang="en-US" dirty="0"/>
              <a:t> 그 항목이 노출되고</a:t>
            </a:r>
            <a:r>
              <a:rPr lang="en-US" altLang="ko-KR" dirty="0"/>
              <a:t>, ‘public’</a:t>
            </a:r>
            <a:r>
              <a:rPr lang="ko-KR" altLang="en-US" dirty="0"/>
              <a:t>을 넣지 않으면 </a:t>
            </a:r>
            <a:r>
              <a:rPr lang="ko-KR" altLang="en-US" dirty="0" err="1"/>
              <a:t>인스펙터에</a:t>
            </a:r>
            <a:r>
              <a:rPr lang="ko-KR" altLang="en-US" dirty="0"/>
              <a:t> 그 항목이 노출되지 않는다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인스펙터에서</a:t>
            </a:r>
            <a:r>
              <a:rPr lang="ko-KR" altLang="en-US" dirty="0"/>
              <a:t> 수정 가능하고</a:t>
            </a:r>
            <a:r>
              <a:rPr lang="en-US" altLang="ko-KR" dirty="0"/>
              <a:t>/</a:t>
            </a:r>
            <a:r>
              <a:rPr lang="ko-KR" altLang="en-US" dirty="0"/>
              <a:t>가능하지 않게 되는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스크립트 작성 후</a:t>
            </a:r>
            <a:r>
              <a:rPr lang="en-US" altLang="ko-KR" dirty="0"/>
              <a:t>, </a:t>
            </a:r>
            <a:r>
              <a:rPr lang="ko-KR" altLang="en-US" dirty="0" err="1"/>
              <a:t>인스펙터에서</a:t>
            </a:r>
            <a:r>
              <a:rPr lang="ko-KR" altLang="en-US" dirty="0"/>
              <a:t> </a:t>
            </a:r>
            <a:r>
              <a:rPr lang="en-US" altLang="ko-KR" dirty="0"/>
              <a:t>‘None (Game Object)’</a:t>
            </a:r>
            <a:r>
              <a:rPr lang="ko-KR" altLang="en-US" dirty="0"/>
              <a:t>라고 돼있는 부분에 </a:t>
            </a:r>
            <a:r>
              <a:rPr lang="en-US" altLang="ko-KR" dirty="0"/>
              <a:t>‘</a:t>
            </a:r>
            <a:r>
              <a:rPr lang="ko-KR" altLang="en-US" dirty="0"/>
              <a:t>왼쪽 문</a:t>
            </a:r>
            <a:r>
              <a:rPr lang="en-US" altLang="ko-KR" dirty="0"/>
              <a:t>’ </a:t>
            </a:r>
            <a:r>
              <a:rPr lang="ko-KR" altLang="en-US" dirty="0"/>
              <a:t>오브젝트를 넣어준다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그러면 스크립트상에서 </a:t>
            </a:r>
            <a:r>
              <a:rPr lang="en-US" altLang="ko-KR" dirty="0"/>
              <a:t>‘</a:t>
            </a:r>
            <a:r>
              <a:rPr lang="en-US" altLang="ko-KR" dirty="0" err="1"/>
              <a:t>left_door</a:t>
            </a:r>
            <a:r>
              <a:rPr lang="en-US" altLang="ko-KR" dirty="0"/>
              <a:t>’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인스펙터에서</a:t>
            </a:r>
            <a:r>
              <a:rPr lang="ko-KR" altLang="en-US" dirty="0"/>
              <a:t> 넣어준 </a:t>
            </a:r>
            <a:r>
              <a:rPr lang="en-US" altLang="ko-KR" dirty="0"/>
              <a:t>‘</a:t>
            </a:r>
            <a:r>
              <a:rPr lang="ko-KR" altLang="en-US" dirty="0"/>
              <a:t>왼쪽 문</a:t>
            </a:r>
            <a:r>
              <a:rPr lang="en-US" altLang="ko-KR" dirty="0"/>
              <a:t>’</a:t>
            </a:r>
            <a:r>
              <a:rPr lang="ko-KR" altLang="en-US" dirty="0"/>
              <a:t>오브젝트가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‘</a:t>
            </a:r>
            <a:r>
              <a:rPr lang="en-US" altLang="ko-KR" dirty="0" err="1"/>
              <a:t>right_door</a:t>
            </a:r>
            <a:r>
              <a:rPr lang="en-US" altLang="ko-KR" dirty="0"/>
              <a:t>’</a:t>
            </a:r>
            <a:r>
              <a:rPr lang="ko-KR" altLang="en-US" dirty="0"/>
              <a:t>도 마찬가지로 </a:t>
            </a:r>
            <a:r>
              <a:rPr lang="en-US" altLang="ko-KR" dirty="0"/>
              <a:t>‘</a:t>
            </a:r>
            <a:r>
              <a:rPr lang="ko-KR" altLang="en-US" dirty="0"/>
              <a:t>오른쪽 문</a:t>
            </a:r>
            <a:r>
              <a:rPr lang="en-US" altLang="ko-KR" dirty="0"/>
              <a:t>’ </a:t>
            </a:r>
            <a:r>
              <a:rPr lang="ko-KR" altLang="en-US" dirty="0"/>
              <a:t>오브젝트를 넣어주면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7040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E0ACD-DF78-8306-455C-BA6B3B05F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left_door.gameObject.SetActive</a:t>
            </a:r>
            <a:r>
              <a:rPr lang="en-US" altLang="ko-KR" dirty="0"/>
              <a:t>(false);</a:t>
            </a:r>
          </a:p>
          <a:p>
            <a:pPr lvl="1"/>
            <a:r>
              <a:rPr lang="en-US" altLang="ko-KR" dirty="0" err="1"/>
              <a:t>left_door</a:t>
            </a:r>
            <a:r>
              <a:rPr lang="ko-KR" altLang="en-US" dirty="0"/>
              <a:t>의 게임 오브젝트에 접근해서 그 오브젝트를 </a:t>
            </a:r>
            <a:r>
              <a:rPr lang="ko-KR" altLang="en-US" dirty="0">
                <a:solidFill>
                  <a:srgbClr val="FF0000"/>
                </a:solidFill>
              </a:rPr>
              <a:t>비활성화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right_door</a:t>
            </a:r>
            <a:r>
              <a:rPr lang="ko-KR" altLang="en-US" dirty="0"/>
              <a:t>도 마찬가지로 작업해준다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right_door.gameObject.SetActive</a:t>
            </a:r>
            <a:r>
              <a:rPr lang="en-US" altLang="ko-KR" dirty="0"/>
              <a:t>(false);</a:t>
            </a:r>
          </a:p>
          <a:p>
            <a:pPr lvl="1"/>
            <a:r>
              <a:rPr lang="en-US" altLang="ko-KR" dirty="0" err="1"/>
              <a:t>right_door</a:t>
            </a:r>
            <a:r>
              <a:rPr lang="ko-KR" altLang="en-US" dirty="0"/>
              <a:t>의 게임 오브젝트에 접근해서 그 오브젝트를 </a:t>
            </a:r>
            <a:r>
              <a:rPr lang="ko-KR" altLang="en-US" dirty="0">
                <a:solidFill>
                  <a:srgbClr val="00B050"/>
                </a:solidFill>
              </a:rPr>
              <a:t>활성화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left_door</a:t>
            </a:r>
            <a:r>
              <a:rPr lang="ko-KR" altLang="en-US" dirty="0"/>
              <a:t>도 마찬가지로 작업해준다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18BA635-2358-E3B7-A53D-D6B28636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65125"/>
            <a:ext cx="10850880" cy="1325563"/>
          </a:xfrm>
        </p:spPr>
        <p:txBody>
          <a:bodyPr/>
          <a:lstStyle/>
          <a:p>
            <a:r>
              <a:rPr lang="ko-KR" altLang="en-US" dirty="0"/>
              <a:t>캐릭터가 트리거에 닿으면 문을 </a:t>
            </a:r>
            <a:r>
              <a:rPr lang="en-US" altLang="ko-KR" dirty="0"/>
              <a:t>(</a:t>
            </a:r>
            <a:r>
              <a:rPr lang="ko-KR" altLang="en-US" dirty="0"/>
              <a:t>비</a:t>
            </a:r>
            <a:r>
              <a:rPr lang="en-US" altLang="ko-KR" dirty="0"/>
              <a:t>)</a:t>
            </a:r>
            <a:r>
              <a:rPr lang="ko-KR" altLang="en-US" dirty="0"/>
              <a:t>활성화</a:t>
            </a:r>
          </a:p>
        </p:txBody>
      </p:sp>
    </p:spTree>
    <p:extLst>
      <p:ext uri="{BB962C8B-B14F-4D97-AF65-F5344CB8AC3E}">
        <p14:creationId xmlns:p14="http://schemas.microsoft.com/office/powerpoint/2010/main" val="3503003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872</Words>
  <Application>Microsoft Office PowerPoint</Application>
  <PresentationFormat>와이드스크린</PresentationFormat>
  <Paragraphs>76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Unity에서 지원하는 충돌</vt:lpstr>
      <vt:lpstr>컴포넌트 Component</vt:lpstr>
      <vt:lpstr>Collider</vt:lpstr>
      <vt:lpstr>Trigger</vt:lpstr>
      <vt:lpstr>스크립트 Script</vt:lpstr>
      <vt:lpstr>Collision 스크립트 예시</vt:lpstr>
      <vt:lpstr>스크립트 적용</vt:lpstr>
      <vt:lpstr>콘솔 창 띄우기</vt:lpstr>
      <vt:lpstr>Trigger 스크립트 예시</vt:lpstr>
      <vt:lpstr>렌더링을 끌 때</vt:lpstr>
      <vt:lpstr>캐릭터가 트리거에 닿으면 문을 비활성화</vt:lpstr>
      <vt:lpstr>캐릭터가 트리거에 닿으면 문을 (비)활성화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2026-03-09T05:01:19Z</dcterms:created>
  <dcterms:modified xsi:type="dcterms:W3CDTF">2026-03-09T06:37:02Z</dcterms:modified>
</cp:coreProperties>
</file>