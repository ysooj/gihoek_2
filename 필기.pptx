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8" autoAdjust="0"/>
    <p:restoredTop sz="94660"/>
  </p:normalViewPr>
  <p:slideViewPr>
    <p:cSldViewPr snapToGrid="0">
      <p:cViewPr varScale="1">
        <p:scale>
          <a:sx n="37" d="100"/>
          <a:sy n="37" d="100"/>
        </p:scale>
        <p:origin x="6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54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6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43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07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5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91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28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4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62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0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E1BC9-2C8C-473F-93F3-DD0BA79580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30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제작 공정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084526" y="0"/>
            <a:ext cx="2107474" cy="7315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기획수업</a:t>
            </a:r>
            <a:r>
              <a:rPr lang="en-US" altLang="ko-KR" smtClean="0"/>
              <a:t>2 (2.10)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85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제작 공정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제작 공정</dc:title>
  <dc:creator>FullName</dc:creator>
  <cp:lastModifiedBy>FullName</cp:lastModifiedBy>
  <cp:revision>1</cp:revision>
  <dcterms:created xsi:type="dcterms:W3CDTF">2026-02-10T05:02:43Z</dcterms:created>
  <dcterms:modified xsi:type="dcterms:W3CDTF">2026-02-10T05:10:38Z</dcterms:modified>
</cp:coreProperties>
</file>