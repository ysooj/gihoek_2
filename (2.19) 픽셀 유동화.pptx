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4E770-6DA3-47A9-86BB-7862A0D7E19B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49A-039B-4FA3-B71D-854A1938E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729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4E770-6DA3-47A9-86BB-7862A0D7E19B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49A-039B-4FA3-B71D-854A1938E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016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4E770-6DA3-47A9-86BB-7862A0D7E19B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49A-039B-4FA3-B71D-854A1938E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86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4E770-6DA3-47A9-86BB-7862A0D7E19B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49A-039B-4FA3-B71D-854A1938E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2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4E770-6DA3-47A9-86BB-7862A0D7E19B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49A-039B-4FA3-B71D-854A1938E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491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4E770-6DA3-47A9-86BB-7862A0D7E19B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49A-039B-4FA3-B71D-854A1938E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936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4E770-6DA3-47A9-86BB-7862A0D7E19B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49A-039B-4FA3-B71D-854A1938E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872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4E770-6DA3-47A9-86BB-7862A0D7E19B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49A-039B-4FA3-B71D-854A1938E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724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4E770-6DA3-47A9-86BB-7862A0D7E19B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49A-039B-4FA3-B71D-854A1938E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521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4E770-6DA3-47A9-86BB-7862A0D7E19B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49A-039B-4FA3-B71D-854A1938E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46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4E770-6DA3-47A9-86BB-7862A0D7E19B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49A-039B-4FA3-B71D-854A1938E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0836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4E770-6DA3-47A9-86BB-7862A0D7E19B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9249A-039B-4FA3-B71D-854A1938E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298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포토샵 기능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Adjustment</a:t>
            </a:r>
          </a:p>
          <a:p>
            <a:r>
              <a:rPr lang="ko-KR" altLang="en-US" smtClean="0"/>
              <a:t>이미지 </a:t>
            </a:r>
            <a:r>
              <a:rPr lang="en-US" altLang="ko-KR" smtClean="0"/>
              <a:t>– </a:t>
            </a:r>
            <a:r>
              <a:rPr lang="ko-KR" altLang="en-US" smtClean="0"/>
              <a:t>모드</a:t>
            </a:r>
            <a:endParaRPr lang="en-US" altLang="ko-KR" smtClean="0"/>
          </a:p>
          <a:p>
            <a:r>
              <a:rPr lang="ko-KR" altLang="en-US" smtClean="0"/>
              <a:t>픽셀 유동화 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56" y="2404919"/>
            <a:ext cx="2057687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29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258" y="494890"/>
            <a:ext cx="6687483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479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8</Words>
  <Application>Microsoft Office PowerPoint</Application>
  <PresentationFormat>와이드스크린</PresentationFormat>
  <Paragraphs>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포토샵 기능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4</cp:revision>
  <dcterms:created xsi:type="dcterms:W3CDTF">2026-02-19T04:50:40Z</dcterms:created>
  <dcterms:modified xsi:type="dcterms:W3CDTF">2026-02-19T06:53:46Z</dcterms:modified>
</cp:coreProperties>
</file>