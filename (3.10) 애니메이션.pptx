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9DA1D1-6D23-46B6-8EA0-DAF563010672}" v="341" dt="2026-03-10T06:51:09.5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undo custSel addSld delSld modSld">
      <pc:chgData name="musukie52@gmail.com" userId="017bd91f96aa8751" providerId="LiveId" clId="{5B2C3894-F97E-4CAB-8812-5BB4D83AAC6A}" dt="2026-03-10T06:51:09.575" v="7422" actId="20577"/>
      <pc:docMkLst>
        <pc:docMk/>
      </pc:docMkLst>
      <pc:sldChg chg="new del">
        <pc:chgData name="musukie52@gmail.com" userId="017bd91f96aa8751" providerId="LiveId" clId="{5B2C3894-F97E-4CAB-8812-5BB4D83AAC6A}" dt="2026-03-10T05:01:51.218" v="2" actId="47"/>
        <pc:sldMkLst>
          <pc:docMk/>
          <pc:sldMk cId="2500780949" sldId="256"/>
        </pc:sldMkLst>
      </pc:sldChg>
      <pc:sldChg chg="modSp new mod">
        <pc:chgData name="musukie52@gmail.com" userId="017bd91f96aa8751" providerId="LiveId" clId="{5B2C3894-F97E-4CAB-8812-5BB4D83AAC6A}" dt="2026-03-10T05:16:45.558" v="673" actId="20577"/>
        <pc:sldMkLst>
          <pc:docMk/>
          <pc:sldMk cId="569069615" sldId="257"/>
        </pc:sldMkLst>
        <pc:spChg chg="mod">
          <ac:chgData name="musukie52@gmail.com" userId="017bd91f96aa8751" providerId="LiveId" clId="{5B2C3894-F97E-4CAB-8812-5BB4D83AAC6A}" dt="2026-03-10T05:12:51.445" v="12" actId="20577"/>
          <ac:spMkLst>
            <pc:docMk/>
            <pc:sldMk cId="569069615" sldId="257"/>
            <ac:spMk id="2" creationId="{F3640A3C-FD69-4A0B-5ACA-D8E67F26B7C1}"/>
          </ac:spMkLst>
        </pc:spChg>
        <pc:spChg chg="mod">
          <ac:chgData name="musukie52@gmail.com" userId="017bd91f96aa8751" providerId="LiveId" clId="{5B2C3894-F97E-4CAB-8812-5BB4D83AAC6A}" dt="2026-03-10T05:16:45.558" v="673" actId="20577"/>
          <ac:spMkLst>
            <pc:docMk/>
            <pc:sldMk cId="569069615" sldId="257"/>
            <ac:spMk id="3" creationId="{36BBF8BF-E258-27A7-9780-71ACE26CBEDC}"/>
          </ac:spMkLst>
        </pc:spChg>
      </pc:sldChg>
      <pc:sldChg chg="modSp new mod">
        <pc:chgData name="musukie52@gmail.com" userId="017bd91f96aa8751" providerId="LiveId" clId="{5B2C3894-F97E-4CAB-8812-5BB4D83AAC6A}" dt="2026-03-10T05:22:56.445" v="1528" actId="21"/>
        <pc:sldMkLst>
          <pc:docMk/>
          <pc:sldMk cId="2604227465" sldId="258"/>
        </pc:sldMkLst>
        <pc:spChg chg="mod">
          <ac:chgData name="musukie52@gmail.com" userId="017bd91f96aa8751" providerId="LiveId" clId="{5B2C3894-F97E-4CAB-8812-5BB4D83AAC6A}" dt="2026-03-10T05:17:12.892" v="699" actId="20577"/>
          <ac:spMkLst>
            <pc:docMk/>
            <pc:sldMk cId="2604227465" sldId="258"/>
            <ac:spMk id="2" creationId="{6F984523-962E-D807-5399-7E47EF80DDD3}"/>
          </ac:spMkLst>
        </pc:spChg>
        <pc:spChg chg="mod">
          <ac:chgData name="musukie52@gmail.com" userId="017bd91f96aa8751" providerId="LiveId" clId="{5B2C3894-F97E-4CAB-8812-5BB4D83AAC6A}" dt="2026-03-10T05:22:56.445" v="1528" actId="21"/>
          <ac:spMkLst>
            <pc:docMk/>
            <pc:sldMk cId="2604227465" sldId="258"/>
            <ac:spMk id="3" creationId="{18DFA55C-5051-9987-831E-F3A561BC8A34}"/>
          </ac:spMkLst>
        </pc:spChg>
      </pc:sldChg>
      <pc:sldChg chg="modSp new mod">
        <pc:chgData name="musukie52@gmail.com" userId="017bd91f96aa8751" providerId="LiveId" clId="{5B2C3894-F97E-4CAB-8812-5BB4D83AAC6A}" dt="2026-03-10T05:25:36.732" v="1965" actId="20577"/>
        <pc:sldMkLst>
          <pc:docMk/>
          <pc:sldMk cId="537112749" sldId="259"/>
        </pc:sldMkLst>
        <pc:spChg chg="mod">
          <ac:chgData name="musukie52@gmail.com" userId="017bd91f96aa8751" providerId="LiveId" clId="{5B2C3894-F97E-4CAB-8812-5BB4D83AAC6A}" dt="2026-03-10T05:23:25.301" v="1551" actId="20577"/>
          <ac:spMkLst>
            <pc:docMk/>
            <pc:sldMk cId="537112749" sldId="259"/>
            <ac:spMk id="2" creationId="{FA2EFAE9-AB0A-062E-6BCE-1A5FD80AF96E}"/>
          </ac:spMkLst>
        </pc:spChg>
        <pc:spChg chg="mod">
          <ac:chgData name="musukie52@gmail.com" userId="017bd91f96aa8751" providerId="LiveId" clId="{5B2C3894-F97E-4CAB-8812-5BB4D83AAC6A}" dt="2026-03-10T05:25:36.732" v="1965" actId="20577"/>
          <ac:spMkLst>
            <pc:docMk/>
            <pc:sldMk cId="537112749" sldId="259"/>
            <ac:spMk id="3" creationId="{8952A0BD-0528-939A-BD13-3A78A20B8F4D}"/>
          </ac:spMkLst>
        </pc:spChg>
      </pc:sldChg>
      <pc:sldChg chg="modSp new mod">
        <pc:chgData name="musukie52@gmail.com" userId="017bd91f96aa8751" providerId="LiveId" clId="{5B2C3894-F97E-4CAB-8812-5BB4D83AAC6A}" dt="2026-03-10T05:29:59.584" v="2572" actId="20577"/>
        <pc:sldMkLst>
          <pc:docMk/>
          <pc:sldMk cId="969036942" sldId="260"/>
        </pc:sldMkLst>
        <pc:spChg chg="mod">
          <ac:chgData name="musukie52@gmail.com" userId="017bd91f96aa8751" providerId="LiveId" clId="{5B2C3894-F97E-4CAB-8812-5BB4D83AAC6A}" dt="2026-03-10T05:27:35.435" v="1998" actId="20577"/>
          <ac:spMkLst>
            <pc:docMk/>
            <pc:sldMk cId="969036942" sldId="260"/>
            <ac:spMk id="2" creationId="{98363249-51BC-E994-74D0-D0275AE99C36}"/>
          </ac:spMkLst>
        </pc:spChg>
        <pc:spChg chg="mod">
          <ac:chgData name="musukie52@gmail.com" userId="017bd91f96aa8751" providerId="LiveId" clId="{5B2C3894-F97E-4CAB-8812-5BB4D83AAC6A}" dt="2026-03-10T05:29:59.584" v="2572" actId="20577"/>
          <ac:spMkLst>
            <pc:docMk/>
            <pc:sldMk cId="969036942" sldId="260"/>
            <ac:spMk id="3" creationId="{8006DD31-0193-9D44-8445-817449BCB381}"/>
          </ac:spMkLst>
        </pc:spChg>
      </pc:sldChg>
      <pc:sldChg chg="modSp new mod">
        <pc:chgData name="musukie52@gmail.com" userId="017bd91f96aa8751" providerId="LiveId" clId="{5B2C3894-F97E-4CAB-8812-5BB4D83AAC6A}" dt="2026-03-10T05:42:47.237" v="3004" actId="20577"/>
        <pc:sldMkLst>
          <pc:docMk/>
          <pc:sldMk cId="1366188791" sldId="261"/>
        </pc:sldMkLst>
        <pc:spChg chg="mod">
          <ac:chgData name="musukie52@gmail.com" userId="017bd91f96aa8751" providerId="LiveId" clId="{5B2C3894-F97E-4CAB-8812-5BB4D83AAC6A}" dt="2026-03-10T05:39:58.866" v="2667"/>
          <ac:spMkLst>
            <pc:docMk/>
            <pc:sldMk cId="1366188791" sldId="261"/>
            <ac:spMk id="2" creationId="{10CED569-2B4A-304C-A7FC-BF9C277E0D2A}"/>
          </ac:spMkLst>
        </pc:spChg>
        <pc:spChg chg="mod">
          <ac:chgData name="musukie52@gmail.com" userId="017bd91f96aa8751" providerId="LiveId" clId="{5B2C3894-F97E-4CAB-8812-5BB4D83AAC6A}" dt="2026-03-10T05:42:47.237" v="3004" actId="20577"/>
          <ac:spMkLst>
            <pc:docMk/>
            <pc:sldMk cId="1366188791" sldId="261"/>
            <ac:spMk id="3" creationId="{893365BC-C4F5-8C36-B11C-A91416A2A2B1}"/>
          </ac:spMkLst>
        </pc:spChg>
      </pc:sldChg>
      <pc:sldChg chg="addSp delSp modSp new mod">
        <pc:chgData name="musukie52@gmail.com" userId="017bd91f96aa8751" providerId="LiveId" clId="{5B2C3894-F97E-4CAB-8812-5BB4D83AAC6A}" dt="2026-03-10T05:50:40.803" v="3653" actId="1035"/>
        <pc:sldMkLst>
          <pc:docMk/>
          <pc:sldMk cId="1754897677" sldId="262"/>
        </pc:sldMkLst>
        <pc:spChg chg="mod">
          <ac:chgData name="musukie52@gmail.com" userId="017bd91f96aa8751" providerId="LiveId" clId="{5B2C3894-F97E-4CAB-8812-5BB4D83AAC6A}" dt="2026-03-10T05:41:19.986" v="2783" actId="20577"/>
          <ac:spMkLst>
            <pc:docMk/>
            <pc:sldMk cId="1754897677" sldId="262"/>
            <ac:spMk id="2" creationId="{2725270F-1DEB-04BF-88EC-FA7A2E7B8A32}"/>
          </ac:spMkLst>
        </pc:spChg>
        <pc:spChg chg="mod">
          <ac:chgData name="musukie52@gmail.com" userId="017bd91f96aa8751" providerId="LiveId" clId="{5B2C3894-F97E-4CAB-8812-5BB4D83AAC6A}" dt="2026-03-10T05:50:31.527" v="3644" actId="27636"/>
          <ac:spMkLst>
            <pc:docMk/>
            <pc:sldMk cId="1754897677" sldId="262"/>
            <ac:spMk id="3" creationId="{C30E41E9-C004-F3AE-F6CA-5010016AA85F}"/>
          </ac:spMkLst>
        </pc:spChg>
        <pc:picChg chg="add mod">
          <ac:chgData name="musukie52@gmail.com" userId="017bd91f96aa8751" providerId="LiveId" clId="{5B2C3894-F97E-4CAB-8812-5BB4D83AAC6A}" dt="2026-03-10T05:49:50.246" v="3635" actId="1076"/>
          <ac:picMkLst>
            <pc:docMk/>
            <pc:sldMk cId="1754897677" sldId="262"/>
            <ac:picMk id="5" creationId="{C4B90B7D-93F0-506B-422B-DABAF62DC9BC}"/>
          </ac:picMkLst>
        </pc:picChg>
        <pc:cxnChg chg="add del mod">
          <ac:chgData name="musukie52@gmail.com" userId="017bd91f96aa8751" providerId="LiveId" clId="{5B2C3894-F97E-4CAB-8812-5BB4D83AAC6A}" dt="2026-03-10T05:50:38.205" v="3650" actId="1037"/>
          <ac:cxnSpMkLst>
            <pc:docMk/>
            <pc:sldMk cId="1754897677" sldId="262"/>
            <ac:cxnSpMk id="7" creationId="{7C68819A-A7F3-1FE0-9949-22EC273A3E5F}"/>
          </ac:cxnSpMkLst>
        </pc:cxnChg>
        <pc:cxnChg chg="add mod">
          <ac:chgData name="musukie52@gmail.com" userId="017bd91f96aa8751" providerId="LiveId" clId="{5B2C3894-F97E-4CAB-8812-5BB4D83AAC6A}" dt="2026-03-10T05:50:40.803" v="3653" actId="1035"/>
          <ac:cxnSpMkLst>
            <pc:docMk/>
            <pc:sldMk cId="1754897677" sldId="262"/>
            <ac:cxnSpMk id="9" creationId="{8976FBCF-E0FF-72E2-3F16-9C18D97DDA96}"/>
          </ac:cxnSpMkLst>
        </pc:cxnChg>
      </pc:sldChg>
      <pc:sldChg chg="modSp new mod">
        <pc:chgData name="musukie52@gmail.com" userId="017bd91f96aa8751" providerId="LiveId" clId="{5B2C3894-F97E-4CAB-8812-5BB4D83AAC6A}" dt="2026-03-10T06:05:06.955" v="4629" actId="27636"/>
        <pc:sldMkLst>
          <pc:docMk/>
          <pc:sldMk cId="3225501609" sldId="263"/>
        </pc:sldMkLst>
        <pc:spChg chg="mod">
          <ac:chgData name="musukie52@gmail.com" userId="017bd91f96aa8751" providerId="LiveId" clId="{5B2C3894-F97E-4CAB-8812-5BB4D83AAC6A}" dt="2026-03-10T05:59:15.842" v="3663" actId="20577"/>
          <ac:spMkLst>
            <pc:docMk/>
            <pc:sldMk cId="3225501609" sldId="263"/>
            <ac:spMk id="2" creationId="{3A8C1E40-DC82-41B0-9B7D-C2A4C082F851}"/>
          </ac:spMkLst>
        </pc:spChg>
        <pc:spChg chg="mod">
          <ac:chgData name="musukie52@gmail.com" userId="017bd91f96aa8751" providerId="LiveId" clId="{5B2C3894-F97E-4CAB-8812-5BB4D83AAC6A}" dt="2026-03-10T06:05:06.955" v="4629" actId="27636"/>
          <ac:spMkLst>
            <pc:docMk/>
            <pc:sldMk cId="3225501609" sldId="263"/>
            <ac:spMk id="3" creationId="{27DFA77A-D106-1D2C-E255-7AA0D1BC7330}"/>
          </ac:spMkLst>
        </pc:spChg>
      </pc:sldChg>
      <pc:sldChg chg="modSp new mod">
        <pc:chgData name="musukie52@gmail.com" userId="017bd91f96aa8751" providerId="LiveId" clId="{5B2C3894-F97E-4CAB-8812-5BB4D83AAC6A}" dt="2026-03-10T06:09:43.819" v="5332" actId="27636"/>
        <pc:sldMkLst>
          <pc:docMk/>
          <pc:sldMk cId="1768870998" sldId="264"/>
        </pc:sldMkLst>
        <pc:spChg chg="mod">
          <ac:chgData name="musukie52@gmail.com" userId="017bd91f96aa8751" providerId="LiveId" clId="{5B2C3894-F97E-4CAB-8812-5BB4D83AAC6A}" dt="2026-03-10T06:05:29.277" v="4689" actId="404"/>
          <ac:spMkLst>
            <pc:docMk/>
            <pc:sldMk cId="1768870998" sldId="264"/>
            <ac:spMk id="2" creationId="{CD28E721-7C75-B56E-52EF-C0F2A35499A1}"/>
          </ac:spMkLst>
        </pc:spChg>
        <pc:spChg chg="mod">
          <ac:chgData name="musukie52@gmail.com" userId="017bd91f96aa8751" providerId="LiveId" clId="{5B2C3894-F97E-4CAB-8812-5BB4D83AAC6A}" dt="2026-03-10T06:09:43.819" v="5332" actId="27636"/>
          <ac:spMkLst>
            <pc:docMk/>
            <pc:sldMk cId="1768870998" sldId="264"/>
            <ac:spMk id="3" creationId="{EBAA1726-E91F-941A-B65E-793B94C941B4}"/>
          </ac:spMkLst>
        </pc:spChg>
      </pc:sldChg>
      <pc:sldChg chg="modSp new mod">
        <pc:chgData name="musukie52@gmail.com" userId="017bd91f96aa8751" providerId="LiveId" clId="{5B2C3894-F97E-4CAB-8812-5BB4D83AAC6A}" dt="2026-03-10T06:13:14.266" v="5822" actId="20577"/>
        <pc:sldMkLst>
          <pc:docMk/>
          <pc:sldMk cId="1684486958" sldId="265"/>
        </pc:sldMkLst>
        <pc:spChg chg="mod">
          <ac:chgData name="musukie52@gmail.com" userId="017bd91f96aa8751" providerId="LiveId" clId="{5B2C3894-F97E-4CAB-8812-5BB4D83AAC6A}" dt="2026-03-10T06:09:52.297" v="5345"/>
          <ac:spMkLst>
            <pc:docMk/>
            <pc:sldMk cId="1684486958" sldId="265"/>
            <ac:spMk id="2" creationId="{5F753080-6252-18E4-C7E3-2C822A377147}"/>
          </ac:spMkLst>
        </pc:spChg>
        <pc:spChg chg="mod">
          <ac:chgData name="musukie52@gmail.com" userId="017bd91f96aa8751" providerId="LiveId" clId="{5B2C3894-F97E-4CAB-8812-5BB4D83AAC6A}" dt="2026-03-10T06:13:14.266" v="5822" actId="20577"/>
          <ac:spMkLst>
            <pc:docMk/>
            <pc:sldMk cId="1684486958" sldId="265"/>
            <ac:spMk id="3" creationId="{10618AAC-4FF8-094C-399B-F2DA06B4A354}"/>
          </ac:spMkLst>
        </pc:spChg>
      </pc:sldChg>
      <pc:sldChg chg="modSp new mod">
        <pc:chgData name="musukie52@gmail.com" userId="017bd91f96aa8751" providerId="LiveId" clId="{5B2C3894-F97E-4CAB-8812-5BB4D83AAC6A}" dt="2026-03-10T06:22:49.844" v="6206"/>
        <pc:sldMkLst>
          <pc:docMk/>
          <pc:sldMk cId="2342992070" sldId="266"/>
        </pc:sldMkLst>
        <pc:spChg chg="mod">
          <ac:chgData name="musukie52@gmail.com" userId="017bd91f96aa8751" providerId="LiveId" clId="{5B2C3894-F97E-4CAB-8812-5BB4D83AAC6A}" dt="2026-03-10T06:18:19.139" v="5833"/>
          <ac:spMkLst>
            <pc:docMk/>
            <pc:sldMk cId="2342992070" sldId="266"/>
            <ac:spMk id="2" creationId="{7F166701-E6CF-2782-FDF1-1AFBD14517CB}"/>
          </ac:spMkLst>
        </pc:spChg>
        <pc:spChg chg="mod">
          <ac:chgData name="musukie52@gmail.com" userId="017bd91f96aa8751" providerId="LiveId" clId="{5B2C3894-F97E-4CAB-8812-5BB4D83AAC6A}" dt="2026-03-10T06:22:49.844" v="6206"/>
          <ac:spMkLst>
            <pc:docMk/>
            <pc:sldMk cId="2342992070" sldId="266"/>
            <ac:spMk id="3" creationId="{185C6E9E-692A-008B-76D8-0BE95203C1E8}"/>
          </ac:spMkLst>
        </pc:spChg>
      </pc:sldChg>
      <pc:sldChg chg="modSp new mod">
        <pc:chgData name="musukie52@gmail.com" userId="017bd91f96aa8751" providerId="LiveId" clId="{5B2C3894-F97E-4CAB-8812-5BB4D83AAC6A}" dt="2026-03-10T06:51:09.575" v="7422" actId="20577"/>
        <pc:sldMkLst>
          <pc:docMk/>
          <pc:sldMk cId="1204764047" sldId="267"/>
        </pc:sldMkLst>
        <pc:spChg chg="mod">
          <ac:chgData name="musukie52@gmail.com" userId="017bd91f96aa8751" providerId="LiveId" clId="{5B2C3894-F97E-4CAB-8812-5BB4D83AAC6A}" dt="2026-03-10T06:28:09.829" v="6210"/>
          <ac:spMkLst>
            <pc:docMk/>
            <pc:sldMk cId="1204764047" sldId="267"/>
            <ac:spMk id="2" creationId="{854A4D80-C361-84CE-B440-4E52AF195B77}"/>
          </ac:spMkLst>
        </pc:spChg>
        <pc:spChg chg="mod">
          <ac:chgData name="musukie52@gmail.com" userId="017bd91f96aa8751" providerId="LiveId" clId="{5B2C3894-F97E-4CAB-8812-5BB4D83AAC6A}" dt="2026-03-10T06:51:09.575" v="7422" actId="20577"/>
          <ac:spMkLst>
            <pc:docMk/>
            <pc:sldMk cId="1204764047" sldId="267"/>
            <ac:spMk id="3" creationId="{4F72A9D4-F6CE-9271-4A17-5AC9E8945949}"/>
          </ac:spMkLst>
        </pc:spChg>
      </pc:sldChg>
      <pc:sldChg chg="modSp new mod">
        <pc:chgData name="musukie52@gmail.com" userId="017bd91f96aa8751" providerId="LiveId" clId="{5B2C3894-F97E-4CAB-8812-5BB4D83AAC6A}" dt="2026-03-10T06:50:02.199" v="7107" actId="14100"/>
        <pc:sldMkLst>
          <pc:docMk/>
          <pc:sldMk cId="1250433406" sldId="268"/>
        </pc:sldMkLst>
        <pc:spChg chg="mod">
          <ac:chgData name="musukie52@gmail.com" userId="017bd91f96aa8751" providerId="LiveId" clId="{5B2C3894-F97E-4CAB-8812-5BB4D83AAC6A}" dt="2026-03-10T06:37:17.563" v="6431"/>
          <ac:spMkLst>
            <pc:docMk/>
            <pc:sldMk cId="1250433406" sldId="268"/>
            <ac:spMk id="2" creationId="{2A1EE430-490E-888F-C0D8-2A76445AD6B5}"/>
          </ac:spMkLst>
        </pc:spChg>
        <pc:spChg chg="mod">
          <ac:chgData name="musukie52@gmail.com" userId="017bd91f96aa8751" providerId="LiveId" clId="{5B2C3894-F97E-4CAB-8812-5BB4D83AAC6A}" dt="2026-03-10T06:50:02.199" v="7107" actId="14100"/>
          <ac:spMkLst>
            <pc:docMk/>
            <pc:sldMk cId="1250433406" sldId="268"/>
            <ac:spMk id="3" creationId="{0438EE85-FF4F-B4A3-40DF-29B6D2534FA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C8AB7-C436-4A86-B810-F9EF5AB855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601FE8A-B773-2A2A-5F1A-F888C2C621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483AFC-CCD5-F5B0-A7C2-937135E8C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282F3-7E63-4A67-808B-65A4176E7EB0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88B37B-347E-E5D6-DC3F-2FE0BA94F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F73D4A-F70C-56F4-1EAA-D59858F93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33A3-8F4C-4292-9D3C-9445E01E1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7378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E50774-59FC-6A1B-BBC6-2AF699598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4990E1-81F5-C3F7-A7C2-4EE18FD52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5EAEA8-7B4A-115E-2548-BD2BAD54F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282F3-7E63-4A67-808B-65A4176E7EB0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78B5E6-579F-BD6B-B1A4-617406BC0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56F2C7-4EE0-68EC-8C2A-92D597BAB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33A3-8F4C-4292-9D3C-9445E01E1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694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892BDD-D384-076A-11BA-162174993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2590D6-D1EB-8A76-E1AA-C1B685E548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F975AF-597F-A8CE-139F-9E6533D86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282F3-7E63-4A67-808B-65A4176E7EB0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988253-21F3-9967-69E5-8FD4BD70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78C18E-63FA-3FEE-FEF1-AE4C46A64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33A3-8F4C-4292-9D3C-9445E01E1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023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9EF643-861E-4342-3C55-7F4340F9B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A5902E6-1C3A-E1FC-B48F-03EAC78B2C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A0EF43E-9D6D-56BE-350D-47BEA032E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906B81-AD19-20A7-929B-C0627A897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282F3-7E63-4A67-808B-65A4176E7EB0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E0679B-D674-E148-96CD-208C5F6CF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AC29FC-ADC0-0ED4-C19E-AEB91915D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33A3-8F4C-4292-9D3C-9445E01E1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546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02279E-B5DA-FAA1-A191-7616A2916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23415A-76C9-F0A5-FA43-9A1EC01BC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64AD0C-8ACF-DFEA-2ABC-A93D1FC564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8CF5CD0-F07C-9117-DBE7-F38D951C7B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49E765B-EFD0-6EE1-CD1B-44C30E5293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BE069A1-3B1A-5895-D407-3F3B645A8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282F3-7E63-4A67-808B-65A4176E7EB0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6E4D3FC-105F-9ED5-C9D1-FBE256233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A287586-F733-57BD-C5FE-85E3F0994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33A3-8F4C-4292-9D3C-9445E01E1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0936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590ABE-A5EC-2514-2AA5-E8C18228D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9D630DB-F11A-621F-277F-9EFBDCB1C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282F3-7E63-4A67-808B-65A4176E7EB0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1778D0-7374-AB30-A59C-6260004C6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FE0FD13-F7F9-2171-85FC-87272EB3E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33A3-8F4C-4292-9D3C-9445E01E1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230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E82D27-F519-0911-7850-A6B944C68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282F3-7E63-4A67-808B-65A4176E7EB0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E51F50E-4C9C-D244-E41E-4E684CE5B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40FDDD3-E693-82BC-8C07-FDDF4F852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33A3-8F4C-4292-9D3C-9445E01E1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6493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4684F-8063-239C-D1CB-9CE1048CA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B85FB2-764A-889E-F6A9-1A2B1FF203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5557DD-67C1-6620-F15C-49C8F9E6FD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5DDD30-E651-BF42-ED7A-97293CDD1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282F3-7E63-4A67-808B-65A4176E7EB0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692A09-CA37-BFD6-D4E3-5EF4F909F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BCFE6C-9AC7-9F1D-57C2-3B599D4BB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33A3-8F4C-4292-9D3C-9445E01E1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0316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11038A-FD18-82B8-3537-4268EBEE5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185B549-CCDB-C3D7-8DF1-9A2B5C2454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D4EB737-98BC-C841-6BD9-F04C7716C6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883118-46AF-CD61-E2BF-6BFE28735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282F3-7E63-4A67-808B-65A4176E7EB0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24C0C8A-4BBC-81E3-B2CD-7D154A77F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89FF02F-FA74-55FD-DB9D-45535DB77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33A3-8F4C-4292-9D3C-9445E01E1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765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E3171E-647D-4C2D-F2F0-CF8F50B4D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051910-7A71-5B12-D814-0584330493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D223BA-0421-9BDA-9AD3-5778B8C91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282F3-7E63-4A67-808B-65A4176E7EB0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7180DE-9B6C-0843-0977-535F0FD57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58E2781-EB9B-0A53-304B-85748DED4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33A3-8F4C-4292-9D3C-9445E01E1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4260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A4B2B69-2997-F096-AF0F-C24264CAF4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940388B-F083-0050-4F2E-5005E1A5D0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000022-5C0B-EC18-836E-95FC5D0CF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282F3-7E63-4A67-808B-65A4176E7EB0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4DB225-B986-132E-E866-17F45D75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B11403-57B9-E7D6-7FEF-88F25BBD1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333A3-8F4C-4292-9D3C-9445E01E1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516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AB11340-31CA-19BF-E5CB-44C9581B2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5CE9E5-BA4E-229D-5F90-C07D41BAB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C272D9-3F70-0D5E-114C-398BDE2E3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5282F3-7E63-4A67-808B-65A4176E7EB0}" type="datetimeFigureOut">
              <a:rPr lang="ko-KR" altLang="en-US" smtClean="0"/>
              <a:t>2026-03-10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B0076D-AF33-74D3-9F59-D11941610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DECC7-83D0-27AE-2210-EDD34D278E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333A3-8F4C-4292-9D3C-9445E01E106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1956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640A3C-FD69-4A0B-5ACA-D8E67F26B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Animator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BBF8BF-E258-27A7-9780-71ACE26CB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9120" y="1825625"/>
            <a:ext cx="11033760" cy="4351338"/>
          </a:xfrm>
        </p:spPr>
        <p:txBody>
          <a:bodyPr/>
          <a:lstStyle/>
          <a:p>
            <a:r>
              <a:rPr lang="ko-KR" altLang="en-US" dirty="0"/>
              <a:t>키입력에 따라 오브젝트의 움직임이 달라지는 효과</a:t>
            </a:r>
            <a:endParaRPr lang="en-US" altLang="ko-KR" dirty="0"/>
          </a:p>
          <a:p>
            <a:r>
              <a:rPr lang="en-US" altLang="ko-KR" dirty="0"/>
              <a:t>Controller : </a:t>
            </a:r>
            <a:r>
              <a:rPr lang="ko-KR" altLang="en-US" dirty="0" err="1"/>
              <a:t>인스펙터에서</a:t>
            </a:r>
            <a:r>
              <a:rPr lang="ko-KR" altLang="en-US" dirty="0"/>
              <a:t> </a:t>
            </a:r>
            <a:r>
              <a:rPr lang="en-US" altLang="ko-KR" dirty="0"/>
              <a:t>Animator </a:t>
            </a:r>
            <a:r>
              <a:rPr lang="ko-KR" altLang="en-US" dirty="0"/>
              <a:t>항목에서 확인 가능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애니메이션 컨트롤러 </a:t>
            </a:r>
            <a:r>
              <a:rPr lang="en-US" altLang="ko-KR" dirty="0"/>
              <a:t>= </a:t>
            </a:r>
            <a:r>
              <a:rPr lang="ko-KR" altLang="en-US" dirty="0"/>
              <a:t>애니메이션 설계도 파일</a:t>
            </a:r>
            <a:endParaRPr lang="en-US" altLang="ko-KR" dirty="0"/>
          </a:p>
          <a:p>
            <a:pPr lvl="1"/>
            <a:r>
              <a:rPr lang="ko-KR" altLang="en-US" dirty="0"/>
              <a:t>상태 노드</a:t>
            </a:r>
            <a:r>
              <a:rPr lang="en-US" altLang="ko-KR" dirty="0"/>
              <a:t>(State Node) : Unity Animator </a:t>
            </a:r>
            <a:r>
              <a:rPr lang="ko-KR" altLang="en-US" dirty="0"/>
              <a:t>창에서 네모 박스를 부르는 말</a:t>
            </a:r>
            <a:endParaRPr lang="en-US" altLang="ko-KR" dirty="0"/>
          </a:p>
          <a:p>
            <a:pPr lvl="2"/>
            <a:r>
              <a:rPr lang="ko-KR" altLang="en-US" dirty="0"/>
              <a:t>현재 캐릭터 상태에 해당하는 애니메이션 클립 파일을 가지고 있음</a:t>
            </a:r>
            <a:endParaRPr lang="en-US" altLang="ko-KR" dirty="0"/>
          </a:p>
          <a:p>
            <a:pPr lvl="1"/>
            <a:r>
              <a:rPr lang="ko-KR" altLang="en-US" dirty="0" err="1"/>
              <a:t>트랜지션</a:t>
            </a:r>
            <a:r>
              <a:rPr lang="en-US" altLang="ko-KR" dirty="0"/>
              <a:t>(Transition) : Unity Animator </a:t>
            </a:r>
            <a:r>
              <a:rPr lang="ko-KR" altLang="en-US" dirty="0"/>
              <a:t>창에서 화살표 선을 부르는 말</a:t>
            </a:r>
            <a:endParaRPr lang="en-US" altLang="ko-KR" dirty="0"/>
          </a:p>
          <a:p>
            <a:pPr lvl="2"/>
            <a:endParaRPr lang="ko-KR" altLang="en-US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69069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984523-962E-D807-5399-7E47EF80D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상태 노드 </a:t>
            </a:r>
            <a:r>
              <a:rPr lang="en-US" altLang="ko-KR" dirty="0"/>
              <a:t>State Node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DFA55C-5051-9987-831E-F3A561BC8A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Inspector</a:t>
            </a:r>
            <a:r>
              <a:rPr lang="ko-KR" altLang="en-US" dirty="0"/>
              <a:t>를 보면 </a:t>
            </a:r>
            <a:r>
              <a:rPr lang="en-US" altLang="ko-KR" dirty="0"/>
              <a:t>Motion</a:t>
            </a:r>
            <a:r>
              <a:rPr lang="ko-KR" altLang="en-US" dirty="0"/>
              <a:t>에서 어떤 애니메이션 클립 파일이 </a:t>
            </a:r>
            <a:r>
              <a:rPr lang="ko-KR" altLang="en-US" dirty="0" err="1"/>
              <a:t>적용돼있는</a:t>
            </a:r>
            <a:r>
              <a:rPr lang="ko-KR" altLang="en-US" dirty="0"/>
              <a:t> 지 확인할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애니메이션 클립 파일을 클릭하면 샘플 영상이 보인다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만약 안 보이면 </a:t>
            </a:r>
            <a:r>
              <a:rPr lang="ko-KR" altLang="en-US" dirty="0" err="1"/>
              <a:t>인스펙터</a:t>
            </a:r>
            <a:r>
              <a:rPr lang="ko-KR" altLang="en-US" dirty="0"/>
              <a:t> 아래쪽에 클립 이름의 것의 크기를 늘려주면 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클립 파일 말고 </a:t>
            </a:r>
            <a:r>
              <a:rPr lang="en-US" altLang="ko-KR" dirty="0"/>
              <a:t>Blend Tree</a:t>
            </a:r>
            <a:r>
              <a:rPr lang="ko-KR" altLang="en-US" dirty="0"/>
              <a:t>가 </a:t>
            </a:r>
            <a:r>
              <a:rPr lang="ko-KR" altLang="en-US" dirty="0" err="1"/>
              <a:t>들어가있는</a:t>
            </a:r>
            <a:r>
              <a:rPr lang="ko-KR" altLang="en-US" dirty="0"/>
              <a:t> 경우가 있다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4227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2EFAE9-AB0A-062E-6BCE-1A5FD80AF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Blend Tree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52A0BD-0528-939A-BD13-3A78A20B8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여러 개의 클립 파일이 </a:t>
            </a:r>
            <a:r>
              <a:rPr lang="ko-KR" altLang="en-US" dirty="0" err="1"/>
              <a:t>들어가있는</a:t>
            </a:r>
            <a:r>
              <a:rPr lang="ko-KR" altLang="en-US" dirty="0"/>
              <a:t> 것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애니메이터</a:t>
            </a:r>
            <a:r>
              <a:rPr lang="ko-KR" altLang="en-US" dirty="0"/>
              <a:t> 창에서 해당 상태를 클릭하면 </a:t>
            </a:r>
            <a:r>
              <a:rPr lang="en-US" altLang="ko-KR" dirty="0"/>
              <a:t>Blend Tree</a:t>
            </a:r>
            <a:r>
              <a:rPr lang="ko-KR" altLang="en-US" dirty="0"/>
              <a:t>로 들어갈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창에서 </a:t>
            </a:r>
            <a:r>
              <a:rPr lang="en-US" altLang="ko-KR" dirty="0"/>
              <a:t>Motion</a:t>
            </a:r>
            <a:r>
              <a:rPr lang="ko-KR" altLang="en-US" dirty="0"/>
              <a:t>에서 </a:t>
            </a:r>
            <a:r>
              <a:rPr lang="en-US" altLang="ko-KR" dirty="0" err="1"/>
              <a:t>Trenshold</a:t>
            </a:r>
            <a:r>
              <a:rPr lang="en-US" altLang="ko-KR" dirty="0"/>
              <a:t> </a:t>
            </a:r>
            <a:r>
              <a:rPr lang="ko-KR" altLang="en-US" dirty="0"/>
              <a:t>부분에서 각각의 </a:t>
            </a:r>
            <a:r>
              <a:rPr lang="en-US" altLang="ko-KR" dirty="0"/>
              <a:t>Motion</a:t>
            </a:r>
            <a:r>
              <a:rPr lang="ko-KR" altLang="en-US" dirty="0"/>
              <a:t>에 대한 값</a:t>
            </a:r>
            <a:r>
              <a:rPr lang="en-US" altLang="ko-KR" dirty="0"/>
              <a:t>(</a:t>
            </a:r>
            <a:r>
              <a:rPr lang="ko-KR" altLang="en-US" dirty="0"/>
              <a:t>예를 들면 </a:t>
            </a:r>
            <a:r>
              <a:rPr lang="en-US" altLang="ko-KR" dirty="0"/>
              <a:t>speed</a:t>
            </a:r>
            <a:r>
              <a:rPr lang="ko-KR" altLang="en-US" dirty="0"/>
              <a:t>가 각각 </a:t>
            </a:r>
            <a:r>
              <a:rPr lang="en-US" altLang="ko-KR" dirty="0"/>
              <a:t>0, 2, 6</a:t>
            </a:r>
            <a:r>
              <a:rPr lang="ko-KR" altLang="en-US" dirty="0"/>
              <a:t>일 때</a:t>
            </a:r>
            <a:r>
              <a:rPr lang="en-US" altLang="ko-KR" dirty="0"/>
              <a:t>)</a:t>
            </a:r>
            <a:r>
              <a:rPr lang="ko-KR" altLang="en-US" dirty="0"/>
              <a:t>에 대한 애니메이션 클립을 설정해주고</a:t>
            </a:r>
            <a:r>
              <a:rPr lang="en-US" altLang="ko-KR" dirty="0"/>
              <a:t>, </a:t>
            </a:r>
            <a:r>
              <a:rPr lang="ko-KR" altLang="en-US" dirty="0"/>
              <a:t>그 각각의 애니메이션들을 자연스럽게 이어지도록 </a:t>
            </a:r>
            <a:r>
              <a:rPr lang="ko-KR" altLang="en-US" dirty="0" err="1"/>
              <a:t>블렌드</a:t>
            </a:r>
            <a:r>
              <a:rPr lang="ko-KR" altLang="en-US" dirty="0"/>
              <a:t> 처리할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Blend Tree </a:t>
            </a:r>
            <a:r>
              <a:rPr lang="ko-KR" altLang="en-US" dirty="0"/>
              <a:t>창에서 나가려면 빈 공간 아무데나 클릭하면 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7112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363249-51BC-E994-74D0-D0275AE99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트랜지션</a:t>
            </a:r>
            <a:r>
              <a:rPr lang="ko-KR" altLang="en-US" dirty="0"/>
              <a:t> </a:t>
            </a:r>
            <a:r>
              <a:rPr lang="en-US" altLang="ko-KR" dirty="0"/>
              <a:t>Transition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06DD31-0193-9D44-8445-817449BCB3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어떤 상태에서 다른 상태로 가기 위해서는 전이가 일어나야 함</a:t>
            </a:r>
            <a:endParaRPr lang="en-US" altLang="ko-KR" dirty="0"/>
          </a:p>
          <a:p>
            <a:r>
              <a:rPr lang="ko-KR" altLang="en-US" dirty="0" err="1"/>
              <a:t>트랜지션이</a:t>
            </a:r>
            <a:r>
              <a:rPr lang="ko-KR" altLang="en-US" dirty="0"/>
              <a:t> 연결되지 않은 상태들 간에는 동작이 이어지지 않는다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 err="1"/>
              <a:t>트랜지션으로</a:t>
            </a:r>
            <a:r>
              <a:rPr lang="ko-KR" altLang="en-US" dirty="0"/>
              <a:t> 상태를 이어줘야 동작이 이어진다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예</a:t>
            </a:r>
            <a:r>
              <a:rPr lang="en-US" altLang="ko-KR" dirty="0"/>
              <a:t>) Idle</a:t>
            </a:r>
            <a:r>
              <a:rPr lang="ko-KR" altLang="en-US" dirty="0"/>
              <a:t> </a:t>
            </a:r>
            <a:r>
              <a:rPr lang="en-US" altLang="ko-KR" dirty="0"/>
              <a:t>Walk</a:t>
            </a:r>
            <a:r>
              <a:rPr lang="ko-KR" altLang="en-US" dirty="0"/>
              <a:t> </a:t>
            </a:r>
            <a:r>
              <a:rPr lang="en-US" altLang="ko-KR" dirty="0"/>
              <a:t>Run</a:t>
            </a:r>
            <a:r>
              <a:rPr lang="ko-KR" altLang="en-US" dirty="0"/>
              <a:t> </a:t>
            </a:r>
            <a:r>
              <a:rPr lang="en-US" altLang="ko-KR" dirty="0"/>
              <a:t>Blen</a:t>
            </a:r>
            <a:r>
              <a:rPr lang="ko-KR" altLang="en-US" dirty="0"/>
              <a:t> </a:t>
            </a:r>
            <a:r>
              <a:rPr lang="en-US" altLang="ko-KR" dirty="0"/>
              <a:t>-&gt; JumpStart</a:t>
            </a:r>
          </a:p>
          <a:p>
            <a:r>
              <a:rPr lang="ko-KR" altLang="en-US" dirty="0" err="1"/>
              <a:t>트랜지션</a:t>
            </a:r>
            <a:r>
              <a:rPr lang="ko-KR" altLang="en-US" dirty="0"/>
              <a:t> </a:t>
            </a:r>
            <a:r>
              <a:rPr lang="ko-KR" altLang="en-US" dirty="0" err="1"/>
              <a:t>인스펙터의</a:t>
            </a:r>
            <a:r>
              <a:rPr lang="ko-KR" altLang="en-US" dirty="0"/>
              <a:t> </a:t>
            </a:r>
            <a:r>
              <a:rPr lang="en-US" altLang="ko-KR" dirty="0"/>
              <a:t>Conditions</a:t>
            </a:r>
            <a:r>
              <a:rPr lang="ko-KR" altLang="en-US" dirty="0"/>
              <a:t>라는 항목에서 키 입력이 어떤 경우에 다른 상태로 전이될 지를 조정할 수 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69036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CED569-2B4A-304C-A7FC-BF9C277E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Rigidbody</a:t>
            </a:r>
            <a:r>
              <a:rPr lang="ko-KR" altLang="en-US" dirty="0"/>
              <a:t>의</a:t>
            </a:r>
            <a:r>
              <a:rPr lang="en-US" altLang="ko-KR" dirty="0"/>
              <a:t> Constraints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3365BC-C4F5-8C36-B11C-A91416A2A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인스펙터에서</a:t>
            </a:r>
            <a:r>
              <a:rPr lang="ko-KR" altLang="en-US" dirty="0"/>
              <a:t> </a:t>
            </a:r>
            <a:r>
              <a:rPr lang="ko-KR" altLang="en-US" dirty="0" err="1"/>
              <a:t>리지드바디에서</a:t>
            </a:r>
            <a:r>
              <a:rPr lang="ko-KR" altLang="en-US" dirty="0"/>
              <a:t> </a:t>
            </a:r>
            <a:r>
              <a:rPr lang="en-US" altLang="ko-KR" dirty="0"/>
              <a:t>Constraints</a:t>
            </a:r>
            <a:r>
              <a:rPr lang="ko-KR" altLang="en-US" dirty="0"/>
              <a:t>는 물리 연산에 제약을 걸어주는 부분</a:t>
            </a:r>
            <a:endParaRPr lang="en-US" altLang="ko-KR" dirty="0"/>
          </a:p>
          <a:p>
            <a:r>
              <a:rPr lang="en-US" altLang="ko-KR" dirty="0"/>
              <a:t>Freeze Position : </a:t>
            </a:r>
            <a:r>
              <a:rPr lang="ko-KR" altLang="en-US" dirty="0"/>
              <a:t>위치에 제약을 걸어준다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Freeze Rotation : </a:t>
            </a:r>
            <a:r>
              <a:rPr lang="ko-KR" altLang="en-US" dirty="0"/>
              <a:t>회전에 제약을 걸어준다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661887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25270F-1DEB-04BF-88EC-FA7A2E7B8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Animator Controller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0E41E9-C004-F3AE-F6CA-5010016AA8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0560" y="1825625"/>
            <a:ext cx="10850880" cy="4351338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 dirty="0"/>
              <a:t>Project </a:t>
            </a:r>
            <a:r>
              <a:rPr lang="ko-KR" altLang="en-US" dirty="0"/>
              <a:t>창에서 </a:t>
            </a:r>
            <a:r>
              <a:rPr lang="ko-KR" altLang="en-US" dirty="0" err="1"/>
              <a:t>우클릭</a:t>
            </a:r>
            <a:r>
              <a:rPr lang="ko-KR" altLang="en-US" dirty="0"/>
              <a:t> </a:t>
            </a:r>
            <a:r>
              <a:rPr lang="en-US" altLang="ko-KR" dirty="0"/>
              <a:t>-&gt; Create -&gt; Animator Controller </a:t>
            </a:r>
            <a:r>
              <a:rPr lang="ko-KR" altLang="en-US" dirty="0"/>
              <a:t>하면 새로운 </a:t>
            </a:r>
            <a:r>
              <a:rPr lang="ko-KR" altLang="en-US" dirty="0" err="1"/>
              <a:t>애니메이터</a:t>
            </a:r>
            <a:r>
              <a:rPr lang="ko-KR" altLang="en-US" dirty="0"/>
              <a:t> 컨트롤러가 만들어진다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상태 노드를 만들 때는 빈 공간에 </a:t>
            </a:r>
            <a:r>
              <a:rPr lang="ko-KR" altLang="en-US" dirty="0" err="1"/>
              <a:t>우클릭</a:t>
            </a:r>
            <a:r>
              <a:rPr lang="ko-KR" altLang="en-US" dirty="0"/>
              <a:t> </a:t>
            </a:r>
            <a:r>
              <a:rPr lang="en-US" altLang="ko-KR" dirty="0"/>
              <a:t>-&gt; Create State -&gt; Empty(</a:t>
            </a:r>
            <a:r>
              <a:rPr lang="ko-KR" altLang="en-US" dirty="0"/>
              <a:t>빈 상태 노드</a:t>
            </a:r>
            <a:r>
              <a:rPr lang="en-US" altLang="ko-KR" dirty="0"/>
              <a:t>) </a:t>
            </a:r>
            <a:r>
              <a:rPr lang="ko-KR" altLang="en-US" dirty="0"/>
              <a:t>아니면 </a:t>
            </a:r>
            <a:r>
              <a:rPr lang="en-US" altLang="ko-KR" dirty="0"/>
              <a:t>From New Blend Tree(</a:t>
            </a:r>
            <a:r>
              <a:rPr lang="ko-KR" altLang="en-US" dirty="0" err="1"/>
              <a:t>블렌드</a:t>
            </a:r>
            <a:r>
              <a:rPr lang="ko-KR" altLang="en-US" dirty="0"/>
              <a:t> 트리</a:t>
            </a:r>
            <a:r>
              <a:rPr lang="en-US" altLang="ko-KR" dirty="0"/>
              <a:t>)</a:t>
            </a:r>
            <a:r>
              <a:rPr lang="ko-KR" altLang="en-US" dirty="0"/>
              <a:t>를 클릭하면 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그리고 </a:t>
            </a:r>
            <a:r>
              <a:rPr lang="ko-KR" altLang="en-US" dirty="0" err="1"/>
              <a:t>인스펙터의</a:t>
            </a:r>
            <a:r>
              <a:rPr lang="ko-KR" altLang="en-US" dirty="0"/>
              <a:t> </a:t>
            </a:r>
            <a:r>
              <a:rPr lang="en-US" altLang="ko-KR" dirty="0"/>
              <a:t>Motion</a:t>
            </a:r>
            <a:r>
              <a:rPr lang="ko-KR" altLang="en-US" dirty="0"/>
              <a:t>에 애니메이션 클립 파일을 넣어주면 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아니면 애니메이션 클립 파일을 바로 </a:t>
            </a:r>
            <a:r>
              <a:rPr lang="en-US" altLang="ko-KR" dirty="0"/>
              <a:t>Animator </a:t>
            </a:r>
            <a:r>
              <a:rPr lang="ko-KR" altLang="en-US" dirty="0"/>
              <a:t>창에 드래그</a:t>
            </a:r>
            <a:r>
              <a:rPr lang="en-US" altLang="ko-KR" dirty="0"/>
              <a:t>&amp;</a:t>
            </a:r>
            <a:r>
              <a:rPr lang="ko-KR" altLang="en-US" dirty="0" err="1"/>
              <a:t>드롭해서</a:t>
            </a:r>
            <a:r>
              <a:rPr lang="ko-KR" altLang="en-US" dirty="0"/>
              <a:t> 넣어주면 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주황색 상태 노드 </a:t>
            </a:r>
            <a:r>
              <a:rPr lang="en-US" altLang="ko-KR" dirty="0"/>
              <a:t>: Entry(</a:t>
            </a:r>
            <a:r>
              <a:rPr lang="ko-KR" altLang="en-US" dirty="0"/>
              <a:t>게임이 실행되고</a:t>
            </a:r>
            <a:r>
              <a:rPr lang="en-US" altLang="ko-KR" dirty="0"/>
              <a:t>) </a:t>
            </a:r>
            <a:r>
              <a:rPr lang="ko-KR" altLang="en-US" dirty="0"/>
              <a:t>후</a:t>
            </a:r>
            <a:r>
              <a:rPr lang="en-US" altLang="ko-KR" dirty="0"/>
              <a:t> </a:t>
            </a:r>
            <a:r>
              <a:rPr lang="ko-KR" altLang="en-US" dirty="0"/>
              <a:t>처음으로 실행할 애니메이션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4B90B7D-93F0-506B-422B-DABAF62DC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3869" y="3620742"/>
            <a:ext cx="379937" cy="392816"/>
          </a:xfrm>
          <a:prstGeom prst="rect">
            <a:avLst/>
          </a:prstGeom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7C68819A-A7F3-1FE0-9949-22EC273A3E5F}"/>
              </a:ext>
            </a:extLst>
          </p:cNvPr>
          <p:cNvCxnSpPr>
            <a:cxnSpLocks/>
          </p:cNvCxnSpPr>
          <p:nvPr/>
        </p:nvCxnSpPr>
        <p:spPr>
          <a:xfrm>
            <a:off x="5029200" y="4446270"/>
            <a:ext cx="313182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8976FBCF-E0FF-72E2-3F16-9C18D97DDA96}"/>
              </a:ext>
            </a:extLst>
          </p:cNvPr>
          <p:cNvCxnSpPr>
            <a:cxnSpLocks/>
          </p:cNvCxnSpPr>
          <p:nvPr/>
        </p:nvCxnSpPr>
        <p:spPr>
          <a:xfrm flipV="1">
            <a:off x="7269479" y="3782860"/>
            <a:ext cx="1314390" cy="663410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4897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8C1E40-DC82-41B0-9B7D-C2A4C082F8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Transition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DFA77A-D106-1D2C-E255-7AA0D1BC7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020"/>
            <a:ext cx="10515600" cy="5554979"/>
          </a:xfrm>
        </p:spPr>
        <p:txBody>
          <a:bodyPr>
            <a:normAutofit/>
          </a:bodyPr>
          <a:lstStyle/>
          <a:p>
            <a:r>
              <a:rPr lang="ko-KR" altLang="en-US" dirty="0"/>
              <a:t>상태 노드에서 </a:t>
            </a:r>
            <a:r>
              <a:rPr lang="ko-KR" altLang="en-US" dirty="0" err="1"/>
              <a:t>우클릭하면</a:t>
            </a:r>
            <a:r>
              <a:rPr lang="ko-KR" altLang="en-US" dirty="0"/>
              <a:t> </a:t>
            </a:r>
            <a:r>
              <a:rPr lang="en-US" altLang="ko-KR" dirty="0"/>
              <a:t>‘Set as Layer Default State’</a:t>
            </a:r>
            <a:r>
              <a:rPr lang="ko-KR" altLang="en-US" dirty="0"/>
              <a:t>를 클릭하면 </a:t>
            </a:r>
            <a:r>
              <a:rPr lang="en-US" altLang="ko-KR" dirty="0"/>
              <a:t>Entry </a:t>
            </a:r>
            <a:r>
              <a:rPr lang="ko-KR" altLang="en-US" dirty="0"/>
              <a:t>후 실행할 애니메이션으로 지정 가능</a:t>
            </a:r>
            <a:endParaRPr lang="en-US" altLang="ko-KR" dirty="0"/>
          </a:p>
          <a:p>
            <a:r>
              <a:rPr lang="ko-KR" altLang="en-US" dirty="0"/>
              <a:t>상태 노드에서 </a:t>
            </a:r>
            <a:r>
              <a:rPr lang="ko-KR" altLang="en-US" dirty="0" err="1"/>
              <a:t>우클릭해서</a:t>
            </a:r>
            <a:r>
              <a:rPr lang="ko-KR" altLang="en-US" dirty="0"/>
              <a:t> </a:t>
            </a:r>
            <a:r>
              <a:rPr lang="en-US" altLang="ko-KR" dirty="0"/>
              <a:t>‘Make Transition’</a:t>
            </a:r>
            <a:r>
              <a:rPr lang="ko-KR" altLang="en-US" dirty="0"/>
              <a:t>을 클릭하면 화살표 선이 나오고</a:t>
            </a:r>
            <a:r>
              <a:rPr lang="en-US" altLang="ko-KR" dirty="0"/>
              <a:t>, </a:t>
            </a:r>
            <a:r>
              <a:rPr lang="ko-KR" altLang="en-US" dirty="0"/>
              <a:t>그걸 이어주고 싶은 다른 상태 노드를 클릭하면 두 상태 노드가 이어진다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Animator </a:t>
            </a:r>
            <a:r>
              <a:rPr lang="ko-KR" altLang="en-US" dirty="0"/>
              <a:t>창 상단에 </a:t>
            </a:r>
            <a:r>
              <a:rPr lang="en-US" altLang="ko-KR" dirty="0"/>
              <a:t>Layer </a:t>
            </a:r>
            <a:r>
              <a:rPr lang="ko-KR" altLang="en-US" dirty="0"/>
              <a:t>말고 </a:t>
            </a:r>
            <a:r>
              <a:rPr lang="en-US" altLang="ko-KR" dirty="0"/>
              <a:t>Parameter</a:t>
            </a:r>
            <a:r>
              <a:rPr lang="ko-KR" altLang="en-US" dirty="0"/>
              <a:t>에서 </a:t>
            </a:r>
            <a:r>
              <a:rPr lang="en-US" altLang="ko-KR" dirty="0"/>
              <a:t>Condition</a:t>
            </a:r>
            <a:r>
              <a:rPr lang="ko-KR" altLang="en-US" dirty="0"/>
              <a:t>에 넣어 줄 파라미터들을 추가</a:t>
            </a:r>
            <a:r>
              <a:rPr lang="en-US" altLang="ko-KR" dirty="0"/>
              <a:t>/</a:t>
            </a:r>
            <a:r>
              <a:rPr lang="ko-KR" altLang="en-US" dirty="0"/>
              <a:t>삭제할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이를 통해 어떤 상태에서 다른 상태로 전이될 때</a:t>
            </a:r>
            <a:r>
              <a:rPr lang="en-US" altLang="ko-KR" dirty="0"/>
              <a:t>, Condition</a:t>
            </a:r>
            <a:r>
              <a:rPr lang="ko-KR" altLang="en-US" dirty="0"/>
              <a:t>에 따라 상태가 전이될 지 되지 않을 지를 정해줄 수 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인스펙터에서</a:t>
            </a:r>
            <a:r>
              <a:rPr lang="ko-KR" altLang="en-US" dirty="0"/>
              <a:t> </a:t>
            </a:r>
            <a:r>
              <a:rPr lang="en-US" altLang="ko-KR" dirty="0"/>
              <a:t>Has Exit Time : </a:t>
            </a:r>
            <a:r>
              <a:rPr lang="ko-KR" altLang="en-US" dirty="0"/>
              <a:t>체크가 돼있으면 애니메이션의 재생이 완료된 후 상태가 전이되고</a:t>
            </a:r>
            <a:r>
              <a:rPr lang="en-US" altLang="ko-KR" dirty="0"/>
              <a:t>, </a:t>
            </a:r>
            <a:r>
              <a:rPr lang="ko-KR" altLang="en-US" dirty="0"/>
              <a:t>체크를 해제하면 애니메이션의 재생이 끝나지 않아도 다음 상태로 애니메이션이 전이된다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5501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8E721-7C75-B56E-52EF-C0F2A3549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000" dirty="0"/>
              <a:t>키 입력을 통해 파라미터 상태를 조절하는 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AA1726-E91F-941A-B65E-793B94C941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49495"/>
          </a:xfrm>
        </p:spPr>
        <p:txBody>
          <a:bodyPr>
            <a:normAutofit/>
          </a:bodyPr>
          <a:lstStyle/>
          <a:p>
            <a:r>
              <a:rPr lang="en-US" altLang="ko-KR" dirty="0"/>
              <a:t>W </a:t>
            </a:r>
            <a:r>
              <a:rPr lang="ko-KR" altLang="en-US" dirty="0"/>
              <a:t>키를 입력했을 때 </a:t>
            </a:r>
            <a:r>
              <a:rPr lang="en-US" altLang="ko-KR" dirty="0" err="1"/>
              <a:t>IsWalk</a:t>
            </a:r>
            <a:r>
              <a:rPr lang="ko-KR" altLang="en-US" dirty="0"/>
              <a:t>라는 파라미터를 </a:t>
            </a:r>
            <a:r>
              <a:rPr lang="en-US" altLang="ko-KR" dirty="0"/>
              <a:t>true</a:t>
            </a:r>
            <a:r>
              <a:rPr lang="ko-KR" altLang="en-US" dirty="0"/>
              <a:t>로 바꾸고 걷는 애니메이션이 실행되고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-US" altLang="ko-KR" dirty="0"/>
              <a:t>W </a:t>
            </a:r>
            <a:r>
              <a:rPr lang="ko-KR" altLang="en-US" dirty="0"/>
              <a:t>키에서 손을 뗐을 때 </a:t>
            </a:r>
            <a:r>
              <a:rPr lang="en-US" altLang="ko-KR" dirty="0" err="1"/>
              <a:t>IsWalk</a:t>
            </a:r>
            <a:r>
              <a:rPr lang="ko-KR" altLang="en-US" dirty="0"/>
              <a:t>라는 파라미터를 </a:t>
            </a:r>
            <a:r>
              <a:rPr lang="en-US" altLang="ko-KR" dirty="0"/>
              <a:t>false</a:t>
            </a:r>
            <a:r>
              <a:rPr lang="ko-KR" altLang="en-US" dirty="0"/>
              <a:t>로 바꾸고 </a:t>
            </a:r>
            <a:r>
              <a:rPr lang="en-US" altLang="ko-KR" dirty="0"/>
              <a:t>Idle(</a:t>
            </a:r>
            <a:r>
              <a:rPr lang="ko-KR" altLang="en-US" dirty="0"/>
              <a:t>대기</a:t>
            </a:r>
            <a:r>
              <a:rPr lang="en-US" altLang="ko-KR" dirty="0"/>
              <a:t>) </a:t>
            </a:r>
            <a:r>
              <a:rPr lang="ko-KR" altLang="en-US" dirty="0"/>
              <a:t>상태 애니메이션이 실행되는 것을 만들어 볼 것이다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새 스크립트를 생성해서 </a:t>
            </a:r>
            <a:r>
              <a:rPr lang="en-US" altLang="ko-KR" dirty="0"/>
              <a:t>Update </a:t>
            </a:r>
            <a:r>
              <a:rPr lang="ko-KR" altLang="en-US" dirty="0"/>
              <a:t>함수 안에서 이를 구현할 것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Update </a:t>
            </a:r>
            <a:r>
              <a:rPr lang="ko-KR" altLang="en-US" dirty="0"/>
              <a:t>함수는 프레임 당 한 번 실행되는 함수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키 입력은 우리가 언제 키를 입력할 지</a:t>
            </a:r>
            <a:r>
              <a:rPr lang="en-US" altLang="ko-KR" dirty="0"/>
              <a:t>, </a:t>
            </a:r>
            <a:r>
              <a:rPr lang="ko-KR" altLang="en-US" dirty="0"/>
              <a:t>컴퓨터 입장에서는 모르므로</a:t>
            </a:r>
            <a:r>
              <a:rPr lang="en-US" altLang="ko-KR" dirty="0"/>
              <a:t>, </a:t>
            </a:r>
            <a:r>
              <a:rPr lang="ko-KR" altLang="en-US" dirty="0"/>
              <a:t>매 프레임마다 체크해야 하기 때문에</a:t>
            </a:r>
            <a:r>
              <a:rPr lang="en-US" altLang="ko-KR" dirty="0"/>
              <a:t>, Update </a:t>
            </a:r>
            <a:r>
              <a:rPr lang="ko-KR" altLang="en-US" dirty="0"/>
              <a:t>함수에서 이를 구현하는 것이다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88709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753080-6252-18E4-C7E3-2C822A377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스크립트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618AAC-4FF8-094C-399B-F2DA06B4A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Unity</a:t>
            </a:r>
            <a:r>
              <a:rPr lang="ko-KR" altLang="en-US" dirty="0"/>
              <a:t>의 </a:t>
            </a:r>
            <a:r>
              <a:rPr lang="en-US" altLang="ko-KR" dirty="0"/>
              <a:t>Animator</a:t>
            </a:r>
            <a:r>
              <a:rPr lang="ko-KR" altLang="en-US" dirty="0"/>
              <a:t>와 연결하기 위해 </a:t>
            </a:r>
            <a:r>
              <a:rPr lang="en-US" altLang="ko-KR" dirty="0"/>
              <a:t>‘public</a:t>
            </a:r>
            <a:r>
              <a:rPr lang="ko-KR" altLang="en-US" dirty="0"/>
              <a:t> </a:t>
            </a:r>
            <a:r>
              <a:rPr lang="en-US" altLang="ko-KR" dirty="0"/>
              <a:t>Animator</a:t>
            </a:r>
            <a:r>
              <a:rPr lang="ko-KR" altLang="en-US" dirty="0"/>
              <a:t> </a:t>
            </a:r>
            <a:r>
              <a:rPr lang="en-US" altLang="ko-KR" dirty="0" err="1"/>
              <a:t>playerAnimator</a:t>
            </a:r>
            <a:r>
              <a:rPr lang="en-US" altLang="ko-KR" dirty="0"/>
              <a:t>;’</a:t>
            </a:r>
            <a:r>
              <a:rPr lang="ko-KR" altLang="en-US" dirty="0"/>
              <a:t>를 통해 </a:t>
            </a:r>
            <a:r>
              <a:rPr lang="en-US" altLang="ko-KR" dirty="0"/>
              <a:t>Unity</a:t>
            </a:r>
            <a:r>
              <a:rPr lang="ko-KR" altLang="en-US" dirty="0"/>
              <a:t>의 </a:t>
            </a:r>
            <a:r>
              <a:rPr lang="ko-KR" altLang="en-US" dirty="0" err="1"/>
              <a:t>인스펙터에</a:t>
            </a:r>
            <a:r>
              <a:rPr lang="ko-KR" altLang="en-US" dirty="0"/>
              <a:t> 이 값을 노출시켜준다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GameObject</a:t>
            </a:r>
            <a:r>
              <a:rPr lang="ko-KR" altLang="en-US" dirty="0"/>
              <a:t>가 아니라 </a:t>
            </a:r>
            <a:r>
              <a:rPr lang="en-US" altLang="ko-KR" dirty="0"/>
              <a:t>Animator</a:t>
            </a:r>
            <a:r>
              <a:rPr lang="ko-KR" altLang="en-US" dirty="0"/>
              <a:t>가 필요한 이유 </a:t>
            </a:r>
            <a:r>
              <a:rPr lang="en-US" altLang="ko-KR" dirty="0"/>
              <a:t>: Animator </a:t>
            </a:r>
            <a:r>
              <a:rPr lang="ko-KR" altLang="en-US" dirty="0"/>
              <a:t>안에 </a:t>
            </a:r>
            <a:r>
              <a:rPr lang="en-US" altLang="ko-KR" dirty="0"/>
              <a:t>Controller</a:t>
            </a:r>
            <a:r>
              <a:rPr lang="ko-KR" altLang="en-US" dirty="0"/>
              <a:t>가 있기 때문에</a:t>
            </a:r>
            <a:r>
              <a:rPr lang="en-US" altLang="ko-KR" dirty="0"/>
              <a:t>, </a:t>
            </a:r>
            <a:r>
              <a:rPr lang="ko-KR" altLang="en-US" dirty="0"/>
              <a:t>우리는 </a:t>
            </a:r>
            <a:r>
              <a:rPr lang="ko-KR" altLang="en-US" dirty="0" err="1"/>
              <a:t>애니메이터</a:t>
            </a:r>
            <a:r>
              <a:rPr lang="ko-KR" altLang="en-US" dirty="0"/>
              <a:t> 컨트롤러의 파라미터를 조절해야 하기 때문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 err="1"/>
              <a:t>인스펙터에서</a:t>
            </a:r>
            <a:r>
              <a:rPr lang="ko-KR" altLang="en-US" dirty="0"/>
              <a:t> </a:t>
            </a:r>
            <a:r>
              <a:rPr lang="en-US" altLang="ko-KR" dirty="0"/>
              <a:t>Animator </a:t>
            </a:r>
            <a:r>
              <a:rPr lang="ko-KR" altLang="en-US" dirty="0"/>
              <a:t>항목을</a:t>
            </a:r>
            <a:r>
              <a:rPr lang="en-US" altLang="ko-KR" dirty="0"/>
              <a:t>, </a:t>
            </a:r>
            <a:r>
              <a:rPr lang="ko-KR" altLang="en-US" dirty="0"/>
              <a:t>스크립트의 </a:t>
            </a:r>
            <a:r>
              <a:rPr lang="en-US" altLang="ko-KR" dirty="0" err="1"/>
              <a:t>playerAnimator</a:t>
            </a:r>
            <a:r>
              <a:rPr lang="ko-KR" altLang="en-US" dirty="0"/>
              <a:t>로 드래그</a:t>
            </a:r>
            <a:r>
              <a:rPr lang="en-US" altLang="ko-KR" dirty="0"/>
              <a:t>&amp;</a:t>
            </a:r>
            <a:r>
              <a:rPr lang="ko-KR" altLang="en-US" dirty="0" err="1"/>
              <a:t>드랍해준다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44869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166701-E6CF-2782-FDF1-1AFBD1451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스크립트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5C6E9E-692A-008B-76D8-0BE95203C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Input.GetKeyDown</a:t>
            </a:r>
            <a:r>
              <a:rPr lang="en-US" altLang="ko-KR" dirty="0"/>
              <a:t>(</a:t>
            </a:r>
            <a:r>
              <a:rPr lang="en-US" altLang="ko-KR" dirty="0" err="1"/>
              <a:t>KeyCode.W</a:t>
            </a:r>
            <a:r>
              <a:rPr lang="en-US" altLang="ko-KR" dirty="0"/>
              <a:t>) : W </a:t>
            </a:r>
            <a:r>
              <a:rPr lang="ko-KR" altLang="en-US" dirty="0"/>
              <a:t>키를 눌렀을 때</a:t>
            </a:r>
            <a:endParaRPr lang="en-US" altLang="ko-KR" dirty="0"/>
          </a:p>
          <a:p>
            <a:r>
              <a:rPr lang="en-US" altLang="ko-KR" dirty="0" err="1"/>
              <a:t>playerAnimator.SetBool</a:t>
            </a:r>
            <a:r>
              <a:rPr lang="en-US" altLang="ko-KR" dirty="0"/>
              <a:t>("</a:t>
            </a:r>
            <a:r>
              <a:rPr lang="en-US" altLang="ko-KR" dirty="0" err="1"/>
              <a:t>IsWalk</a:t>
            </a:r>
            <a:r>
              <a:rPr lang="en-US" altLang="ko-KR" dirty="0"/>
              <a:t>", true) : </a:t>
            </a:r>
            <a:r>
              <a:rPr lang="en-US" altLang="ko-KR" dirty="0" err="1"/>
              <a:t>playerAnimator</a:t>
            </a:r>
            <a:r>
              <a:rPr lang="ko-KR" altLang="en-US" dirty="0"/>
              <a:t>에 접근해서 </a:t>
            </a:r>
            <a:r>
              <a:rPr lang="en-US" altLang="ko-KR" dirty="0" err="1"/>
              <a:t>IsWalk</a:t>
            </a:r>
            <a:r>
              <a:rPr lang="ko-KR" altLang="en-US" dirty="0"/>
              <a:t>라는 파라미터를 </a:t>
            </a:r>
            <a:r>
              <a:rPr lang="en-US" altLang="ko-KR" dirty="0"/>
              <a:t>true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en-US" altLang="ko-KR" dirty="0" err="1"/>
              <a:t>Input.GetKeyUp</a:t>
            </a:r>
            <a:r>
              <a:rPr lang="en-US" altLang="ko-KR" dirty="0"/>
              <a:t>(</a:t>
            </a:r>
            <a:r>
              <a:rPr lang="en-US" altLang="ko-KR" dirty="0" err="1"/>
              <a:t>KeyCode.W</a:t>
            </a:r>
            <a:r>
              <a:rPr lang="en-US" altLang="ko-KR" dirty="0"/>
              <a:t>) : W</a:t>
            </a:r>
            <a:r>
              <a:rPr lang="ko-KR" altLang="en-US" dirty="0"/>
              <a:t> 키에서 손을 뗐을 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만약 에러가 난다면 </a:t>
            </a:r>
            <a:r>
              <a:rPr lang="en-US" altLang="ko-KR" dirty="0"/>
              <a:t>: (</a:t>
            </a:r>
            <a:r>
              <a:rPr lang="ko-KR" altLang="en-US" dirty="0"/>
              <a:t>옛날 버전이라서 에러가 난 경우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Unity </a:t>
            </a:r>
            <a:r>
              <a:rPr lang="ko-KR" altLang="en-US" dirty="0"/>
              <a:t>상단 </a:t>
            </a:r>
            <a:r>
              <a:rPr lang="en-US" altLang="ko-KR" dirty="0"/>
              <a:t>Edit -&gt; Project Settings -&gt; Player -&gt; Configuration -&gt; Active Input Handling -&gt; Both</a:t>
            </a:r>
            <a:r>
              <a:rPr lang="ko-KR" altLang="en-US" dirty="0"/>
              <a:t>로 바꿔주면 키 입력을 받을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2992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4A4D80-C361-84CE-B440-4E52AF195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72A9D4-F6CE-9271-4A17-5AC9E8945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오브젝트의 축에 따라 회전이 달라진다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예를 들어</a:t>
            </a:r>
            <a:r>
              <a:rPr lang="en-US" altLang="ko-KR" dirty="0"/>
              <a:t>, </a:t>
            </a:r>
            <a:r>
              <a:rPr lang="ko-KR" altLang="en-US" dirty="0"/>
              <a:t>문이 문처럼 열리게 하려면 축을 가운데가 아니라 </a:t>
            </a:r>
            <a:r>
              <a:rPr lang="ko-KR" altLang="en-US" dirty="0" err="1"/>
              <a:t>가쪽으로</a:t>
            </a:r>
            <a:r>
              <a:rPr lang="ko-KR" altLang="en-US" dirty="0"/>
              <a:t> 가게 해줘야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빈 오브젝트를 만들어서 축으로 지정할 곳으로 빈 오브젝트를 위치시키고</a:t>
            </a:r>
            <a:r>
              <a:rPr lang="en-US" altLang="ko-KR" dirty="0"/>
              <a:t>, </a:t>
            </a:r>
            <a:r>
              <a:rPr lang="ko-KR" altLang="en-US" dirty="0"/>
              <a:t>문 오브젝트를 빈 오브젝트 하위에 넣어준다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그러면 빈 오브젝트를 회전시켰을 때 문 오브젝트가 문처럼 회전하게 된다</a:t>
            </a:r>
            <a:r>
              <a:rPr lang="en-US" altLang="ko-KR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4764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1EE430-490E-888F-C0D8-2A76445AD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새 애니메이션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38EE85-FF4F-B4A3-40DF-29B6D2534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1610"/>
            <a:ext cx="10515600" cy="5314949"/>
          </a:xfrm>
        </p:spPr>
        <p:txBody>
          <a:bodyPr>
            <a:normAutofit/>
          </a:bodyPr>
          <a:lstStyle/>
          <a:p>
            <a:r>
              <a:rPr lang="en-US" altLang="ko-KR" dirty="0"/>
              <a:t>Unity </a:t>
            </a:r>
            <a:r>
              <a:rPr lang="ko-KR" altLang="en-US" dirty="0"/>
              <a:t>상단 </a:t>
            </a:r>
            <a:r>
              <a:rPr lang="en-US" altLang="ko-KR" dirty="0"/>
              <a:t>Windows -&gt; Animation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en-US" altLang="ko-KR" dirty="0"/>
              <a:t>Animation </a:t>
            </a:r>
            <a:r>
              <a:rPr lang="ko-KR" altLang="en-US" dirty="0"/>
              <a:t>하면 애니메이션 창이 뜬다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애니메이션을 적용할 오브젝트를 클릭 </a:t>
            </a:r>
            <a:r>
              <a:rPr lang="en-US" altLang="ko-KR" dirty="0"/>
              <a:t>-&gt; Animation </a:t>
            </a:r>
            <a:r>
              <a:rPr lang="ko-KR" altLang="en-US" dirty="0"/>
              <a:t>창에서 </a:t>
            </a:r>
            <a:r>
              <a:rPr lang="en-US" altLang="ko-KR" dirty="0"/>
              <a:t>Create</a:t>
            </a:r>
            <a:r>
              <a:rPr lang="ko-KR" altLang="en-US" dirty="0"/>
              <a:t>를 누르면</a:t>
            </a:r>
            <a:r>
              <a:rPr lang="en-US" altLang="ko-KR" dirty="0"/>
              <a:t>, </a:t>
            </a:r>
            <a:r>
              <a:rPr lang="ko-KR" altLang="en-US" dirty="0"/>
              <a:t>그 오브젝트에 대한 애니메이션을 새로 직접 만들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애니메이션을 만들 때는 녹화 버튼을 눌러서 켜주고</a:t>
            </a:r>
            <a:r>
              <a:rPr lang="en-US" altLang="ko-KR" dirty="0"/>
              <a:t>, </a:t>
            </a:r>
            <a:r>
              <a:rPr lang="ko-KR" altLang="en-US" dirty="0"/>
              <a:t>다 만들고 나면 녹화 버튼을 눌러서 다시 꺼줘야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프레임 단위로 애니메이션을 만들 수 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선을 드래그해서 원하는 프레임에 원하는 애니메이션을 만들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04334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796</Words>
  <Application>Microsoft Office PowerPoint</Application>
  <PresentationFormat>와이드스크린</PresentationFormat>
  <Paragraphs>71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Animator</vt:lpstr>
      <vt:lpstr>상태 노드 State Node</vt:lpstr>
      <vt:lpstr>Blend Tree</vt:lpstr>
      <vt:lpstr>트랜지션 Transition</vt:lpstr>
      <vt:lpstr>Rigidbody의 Constraints</vt:lpstr>
      <vt:lpstr>Animator Controller</vt:lpstr>
      <vt:lpstr>Transition</vt:lpstr>
      <vt:lpstr>키 입력을 통해 파라미터 상태를 조절하는 법</vt:lpstr>
      <vt:lpstr>스크립트</vt:lpstr>
      <vt:lpstr>스크립트</vt:lpstr>
      <vt:lpstr>축</vt:lpstr>
      <vt:lpstr>새 애니메이션 생성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2026-03-10T05:01:35Z</dcterms:created>
  <dcterms:modified xsi:type="dcterms:W3CDTF">2026-03-10T06:51:10Z</dcterms:modified>
</cp:coreProperties>
</file>