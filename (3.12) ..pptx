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delSld modSld">
      <pc:chgData name="musukie52@gmail.com" userId="017bd91f96aa8751" providerId="LiveId" clId="{5B2C3894-F97E-4CAB-8812-5BB4D83AAC6A}" dt="2026-03-12T05:03:42.666" v="192" actId="20577"/>
      <pc:docMkLst>
        <pc:docMk/>
      </pc:docMkLst>
      <pc:sldChg chg="new del">
        <pc:chgData name="musukie52@gmail.com" userId="017bd91f96aa8751" providerId="LiveId" clId="{5B2C3894-F97E-4CAB-8812-5BB4D83AAC6A}" dt="2026-03-12T05:01:58.162" v="2" actId="47"/>
        <pc:sldMkLst>
          <pc:docMk/>
          <pc:sldMk cId="819722539" sldId="256"/>
        </pc:sldMkLst>
      </pc:sldChg>
      <pc:sldChg chg="modSp new mod">
        <pc:chgData name="musukie52@gmail.com" userId="017bd91f96aa8751" providerId="LiveId" clId="{5B2C3894-F97E-4CAB-8812-5BB4D83AAC6A}" dt="2026-03-12T05:03:42.666" v="192" actId="20577"/>
        <pc:sldMkLst>
          <pc:docMk/>
          <pc:sldMk cId="2848884687" sldId="257"/>
        </pc:sldMkLst>
        <pc:spChg chg="mod">
          <ac:chgData name="musukie52@gmail.com" userId="017bd91f96aa8751" providerId="LiveId" clId="{5B2C3894-F97E-4CAB-8812-5BB4D83AAC6A}" dt="2026-03-12T05:02:11.262" v="21" actId="20577"/>
          <ac:spMkLst>
            <pc:docMk/>
            <pc:sldMk cId="2848884687" sldId="257"/>
            <ac:spMk id="2" creationId="{0C3210D1-DC87-D039-8F7F-2A3596C4AB5F}"/>
          </ac:spMkLst>
        </pc:spChg>
        <pc:spChg chg="mod">
          <ac:chgData name="musukie52@gmail.com" userId="017bd91f96aa8751" providerId="LiveId" clId="{5B2C3894-F97E-4CAB-8812-5BB4D83AAC6A}" dt="2026-03-12T05:03:42.666" v="192" actId="20577"/>
          <ac:spMkLst>
            <pc:docMk/>
            <pc:sldMk cId="2848884687" sldId="257"/>
            <ac:spMk id="3" creationId="{952B1FA5-E270-2670-2536-C541CAC1D530}"/>
          </ac:spMkLst>
        </pc:spChg>
      </pc:sldChg>
      <pc:sldChg chg="new">
        <pc:chgData name="musukie52@gmail.com" userId="017bd91f96aa8751" providerId="LiveId" clId="{5B2C3894-F97E-4CAB-8812-5BB4D83AAC6A}" dt="2026-03-12T05:03:25.230" v="107" actId="680"/>
        <pc:sldMkLst>
          <pc:docMk/>
          <pc:sldMk cId="3197153169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01F08-EDB1-BE6E-7C64-B0A75875F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A5468F-5361-6669-277F-19FEF2F69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DCE582-691E-CEAA-C3D2-DA146B42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4F549C-89D6-19D1-58C8-231D39BEC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6810C7-9C29-A88B-B909-36B7FC54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588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127F4-9E42-299A-3B0E-01BB24B8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08B177-45BC-9C93-5AB1-293247972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B0AF40-7FFE-9241-5A97-FB8308AD5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9733E3-019D-631E-4154-3D6F6C96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DCBA5D-816C-6881-B11C-B2DE8DF1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349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5F5C2-E118-1D00-D6EA-C26211FAD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1B21D-B665-582F-ADB7-7BBFC0E3F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4E55A1-6E8C-DC49-7C94-0E305E6F4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27E775-CC49-10E3-0D68-7D1C756B0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1B4770-F952-AC63-3DD6-C9A3DD2BC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391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BF24B-6304-8E02-B463-F5DE10EFA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657C00-B614-D86A-2519-11C0A1BA2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FDC4B6-CA06-38A5-2057-7AAA4B097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5DEC87-7B6A-3061-9948-84C72FF86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2E4B25-598A-7D14-2209-479CB5021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E1E1C0-5E5E-4E3E-6918-07D16E46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31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95009-F9A4-3A51-B91B-251F2FBF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0B8528-75CE-41DB-77D3-36E385828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637462-6336-2C6A-1CA6-9A873F76E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A6CD45-F1B7-051A-0A32-535C631BF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35D72A-575F-ABE3-3644-9CC8DD374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BDF198-F922-9E29-41D8-C278F4D65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D676C2-51BC-2AF9-57AC-F3100EBDE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95B34D-9886-2324-22AD-C585D97D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689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B1A55-BA09-7654-08AB-4AEBAC77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AF169C-A766-829C-FB3B-B95F4F3D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C0A1F1-337F-C6D8-6951-32B8AF6E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7B678D-9895-C0FA-3321-AB37BE758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441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13D19C-553C-05E2-F19F-C20525FA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573919-EBCF-26AD-9802-DA4EC387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52227-8E1B-E8F7-117D-6088627C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07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3EAD9-C23F-423A-77B2-022842A17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901DBE-4B98-2E21-91FD-83B131C89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221F2D-D08D-89CC-D178-FEAB81842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AA14C5-578C-2297-659F-6B40688C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B44755-F9CA-3B28-D20F-1ED7664D2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F7D4CA-119F-8924-59FA-51B04880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958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2361D-40E6-E3C6-55A0-08D20242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486185-8F38-DF23-4A94-F210BA4EC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FB5FA1-C1AB-9F51-12DB-4611E874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7106AD-812E-0DF4-2C37-9F95C4816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1B3963-9382-2B16-4A4E-8F8192F03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9D1DAA-9341-B988-CAEF-3F8ED29C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32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E97FE-2A43-8117-D5BC-514A8160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2EB88C-FB61-DA9A-2BCA-5F589B153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E46D5B-3236-E25D-B6DE-ACD0A20D2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0B305F-1C01-9612-5619-1B2F69EC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97B620-9A45-8F51-C16F-6B0E57DCE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167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5D4F13-E6E8-BC41-E500-8258AA0A5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CC4989-01D3-5D39-49C9-56D481CDB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B292D3-AD5D-4B89-EE13-F67D3814D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811959-C151-E77A-B6CA-629DD006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98EDF5-2D94-0C5D-38DC-A7442329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86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5DED98-7EE5-AA09-E2F5-4849B3FEE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428EF7-005E-5507-7DB6-53B26A91E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13B19-D3EB-B5F5-EDE7-6F8AF4356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E48F9-7AE7-4046-AC4F-988BB6288E2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357859-CFAE-6FF4-B361-64D614964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BB2155-BFE5-543A-C6B9-6D00E87558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82EB1-E915-4F2F-84BF-A26B6AFA5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866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210D1-DC87-D039-8F7F-2A3596C4A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유니티 기술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2B1FA5-E270-2670-2536-C541CAC1D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기획자는 유니티 활용 기술에 대해서 따로 적어야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아트 디자이너들은 포트폴리오에 활용해야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8884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D1D0C-C0EE-1273-B1B0-29E96FD5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9A4AC9-398B-8FE4-6DFB-987516F18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153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유니티 기술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2026-03-12T05:01:40Z</dcterms:created>
  <dcterms:modified xsi:type="dcterms:W3CDTF">2026-03-12T05:03:50Z</dcterms:modified>
</cp:coreProperties>
</file>