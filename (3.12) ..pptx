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addSld delSld modSld">
      <pc:chgData name="musukie52@gmail.com" userId="017bd91f96aa8751" providerId="LiveId" clId="{5B2C3894-F97E-4CAB-8812-5BB4D83AAC6A}" dt="2026-03-12T05:02:22.825" v="106" actId="20577"/>
      <pc:docMkLst>
        <pc:docMk/>
      </pc:docMkLst>
      <pc:sldChg chg="new del">
        <pc:chgData name="musukie52@gmail.com" userId="017bd91f96aa8751" providerId="LiveId" clId="{5B2C3894-F97E-4CAB-8812-5BB4D83AAC6A}" dt="2026-03-12T05:01:58.162" v="2" actId="47"/>
        <pc:sldMkLst>
          <pc:docMk/>
          <pc:sldMk cId="819722539" sldId="256"/>
        </pc:sldMkLst>
      </pc:sldChg>
      <pc:sldChg chg="modSp new mod">
        <pc:chgData name="musukie52@gmail.com" userId="017bd91f96aa8751" providerId="LiveId" clId="{5B2C3894-F97E-4CAB-8812-5BB4D83AAC6A}" dt="2026-03-12T05:02:22.825" v="106" actId="20577"/>
        <pc:sldMkLst>
          <pc:docMk/>
          <pc:sldMk cId="2848884687" sldId="257"/>
        </pc:sldMkLst>
        <pc:spChg chg="mod">
          <ac:chgData name="musukie52@gmail.com" userId="017bd91f96aa8751" providerId="LiveId" clId="{5B2C3894-F97E-4CAB-8812-5BB4D83AAC6A}" dt="2026-03-12T05:02:11.262" v="21" actId="20577"/>
          <ac:spMkLst>
            <pc:docMk/>
            <pc:sldMk cId="2848884687" sldId="257"/>
            <ac:spMk id="2" creationId="{0C3210D1-DC87-D039-8F7F-2A3596C4AB5F}"/>
          </ac:spMkLst>
        </pc:spChg>
        <pc:spChg chg="mod">
          <ac:chgData name="musukie52@gmail.com" userId="017bd91f96aa8751" providerId="LiveId" clId="{5B2C3894-F97E-4CAB-8812-5BB4D83AAC6A}" dt="2026-03-12T05:02:22.825" v="106" actId="20577"/>
          <ac:spMkLst>
            <pc:docMk/>
            <pc:sldMk cId="2848884687" sldId="257"/>
            <ac:spMk id="3" creationId="{952B1FA5-E270-2670-2536-C541CAC1D53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101F08-EDB1-BE6E-7C64-B0A75875F9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0A5468F-5361-6669-277F-19FEF2F693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DCE582-691E-CEAA-C3D2-DA146B428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4F549C-89D6-19D1-58C8-231D39BEC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6810C7-9C29-A88B-B909-36B7FC54A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588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A127F4-9E42-299A-3B0E-01BB24B8C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08B177-45BC-9C93-5AB1-293247972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B0AF40-7FFE-9241-5A97-FB8308AD5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9733E3-019D-631E-4154-3D6F6C96D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DCBA5D-816C-6881-B11C-B2DE8DF11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34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05F5C2-E118-1D00-D6EA-C26211FAD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1B21D-B665-582F-ADB7-7BBFC0E3F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4E55A1-6E8C-DC49-7C94-0E305E6F4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27E775-CC49-10E3-0D68-7D1C756B0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1B4770-F952-AC63-3DD6-C9A3DD2BC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3391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1BF24B-6304-8E02-B463-F5DE10EF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657C00-B614-D86A-2519-11C0A1BA27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FDC4B6-CA06-38A5-2057-7AAA4B097A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5DEC87-7B6A-3061-9948-84C72FF86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2E4B25-598A-7D14-2209-479CB5021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E1E1C0-5E5E-4E3E-6918-07D16E46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312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A95009-F9A4-3A51-B91B-251F2FBF2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B8528-75CE-41DB-77D3-36E385828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637462-6336-2C6A-1CA6-9A873F76E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A6CD45-F1B7-051A-0A32-535C631BFD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B35D72A-575F-ABE3-3644-9CC8DD3741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BDF198-F922-9E29-41D8-C278F4D65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CD676C2-51BC-2AF9-57AC-F3100EBDE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495B34D-9886-2324-22AD-C585D97D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689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B1A55-BA09-7654-08AB-4AEBAC772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DAF169C-A766-829C-FB3B-B95F4F3D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C0A1F1-337F-C6D8-6951-32B8AF6E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7B678D-9895-C0FA-3321-AB37BE758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4414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413D19C-553C-05E2-F19F-C20525FA6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C573919-EBCF-26AD-9802-DA4EC3878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52227-8E1B-E8F7-117D-6088627C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0079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83EAD9-C23F-423A-77B2-022842A17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901DBE-4B98-2E21-91FD-83B131C89A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F221F2D-D08D-89CC-D178-FEAB818421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8AA14C5-578C-2297-659F-6B40688C7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B44755-F9CA-3B28-D20F-1ED7664D2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F7D4CA-119F-8924-59FA-51B048800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7958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2361D-40E6-E3C6-55A0-08D202428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F486185-8F38-DF23-4A94-F210BA4EC0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FB5FA1-C1AB-9F51-12DB-4611E8748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7106AD-812E-0DF4-2C37-9F95C4816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1B3963-9382-2B16-4A4E-8F8192F03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79D1DAA-9341-B988-CAEF-3F8ED29C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32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DE97FE-2A43-8117-D5BC-514A8160B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22EB88C-FB61-DA9A-2BCA-5F589B153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E46D5B-3236-E25D-B6DE-ACD0A20D2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0B305F-1C01-9612-5619-1B2F69EC0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97B620-9A45-8F51-C16F-6B0E57DCE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9167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5D4F13-E6E8-BC41-E500-8258AA0A54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CC4989-01D3-5D39-49C9-56D481CDB4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B292D3-AD5D-4B89-EE13-F67D3814D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811959-C151-E77A-B6CA-629DD0064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98EDF5-2D94-0C5D-38DC-A7442329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0867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75DED98-7EE5-AA09-E2F5-4849B3FEE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428EF7-005E-5507-7DB6-53B26A91E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E413B19-D3EB-B5F5-EDE7-6F8AF4356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357859-CFAE-6FF4-B361-64D614964F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BB2155-BFE5-543A-C6B9-6D00E87558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866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3210D1-DC87-D039-8F7F-2A3596C4A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유니티 기술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2B1FA5-E270-2670-2536-C541CAC1D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기획자는 유니티 활용 기술에 대해서 따로 적어야 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884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</Words>
  <Application>Microsoft Office PowerPoint</Application>
  <PresentationFormat>와이드스크린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유니티 기술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1</cp:revision>
  <dcterms:created xsi:type="dcterms:W3CDTF">2026-03-12T05:01:40Z</dcterms:created>
  <dcterms:modified xsi:type="dcterms:W3CDTF">2026-03-12T05:02:24Z</dcterms:modified>
</cp:coreProperties>
</file>