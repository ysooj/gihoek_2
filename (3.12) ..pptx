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3-12T06:47:49.806" v="3828" actId="20577"/>
      <pc:docMkLst>
        <pc:docMk/>
      </pc:docMkLst>
      <pc:sldChg chg="new del">
        <pc:chgData name="musukie52@gmail.com" userId="017bd91f96aa8751" providerId="LiveId" clId="{5B2C3894-F97E-4CAB-8812-5BB4D83AAC6A}" dt="2026-03-12T05:01:58.162" v="2" actId="47"/>
        <pc:sldMkLst>
          <pc:docMk/>
          <pc:sldMk cId="819722539" sldId="256"/>
        </pc:sldMkLst>
      </pc:sldChg>
      <pc:sldChg chg="modSp new mod">
        <pc:chgData name="musukie52@gmail.com" userId="017bd91f96aa8751" providerId="LiveId" clId="{5B2C3894-F97E-4CAB-8812-5BB4D83AAC6A}" dt="2026-03-12T05:03:42.666" v="192" actId="20577"/>
        <pc:sldMkLst>
          <pc:docMk/>
          <pc:sldMk cId="2848884687" sldId="257"/>
        </pc:sldMkLst>
        <pc:spChg chg="mod">
          <ac:chgData name="musukie52@gmail.com" userId="017bd91f96aa8751" providerId="LiveId" clId="{5B2C3894-F97E-4CAB-8812-5BB4D83AAC6A}" dt="2026-03-12T05:02:11.262" v="21" actId="20577"/>
          <ac:spMkLst>
            <pc:docMk/>
            <pc:sldMk cId="2848884687" sldId="257"/>
            <ac:spMk id="2" creationId="{0C3210D1-DC87-D039-8F7F-2A3596C4AB5F}"/>
          </ac:spMkLst>
        </pc:spChg>
        <pc:spChg chg="mod">
          <ac:chgData name="musukie52@gmail.com" userId="017bd91f96aa8751" providerId="LiveId" clId="{5B2C3894-F97E-4CAB-8812-5BB4D83AAC6A}" dt="2026-03-12T05:03:42.666" v="192" actId="20577"/>
          <ac:spMkLst>
            <pc:docMk/>
            <pc:sldMk cId="2848884687" sldId="257"/>
            <ac:spMk id="3" creationId="{952B1FA5-E270-2670-2536-C541CAC1D530}"/>
          </ac:spMkLst>
        </pc:spChg>
      </pc:sldChg>
      <pc:sldChg chg="modSp new mod">
        <pc:chgData name="musukie52@gmail.com" userId="017bd91f96aa8751" providerId="LiveId" clId="{5B2C3894-F97E-4CAB-8812-5BB4D83AAC6A}" dt="2026-03-12T06:05:49.439" v="2191" actId="27636"/>
        <pc:sldMkLst>
          <pc:docMk/>
          <pc:sldMk cId="3197153169" sldId="258"/>
        </pc:sldMkLst>
        <pc:spChg chg="mod">
          <ac:chgData name="musukie52@gmail.com" userId="017bd91f96aa8751" providerId="LiveId" clId="{5B2C3894-F97E-4CAB-8812-5BB4D83AAC6A}" dt="2026-03-12T05:46:51.212" v="199" actId="20577"/>
          <ac:spMkLst>
            <pc:docMk/>
            <pc:sldMk cId="3197153169" sldId="258"/>
            <ac:spMk id="2" creationId="{B19D1D0C-C0EE-1273-B1B0-29E96FD5B62A}"/>
          </ac:spMkLst>
        </pc:spChg>
        <pc:spChg chg="mod">
          <ac:chgData name="musukie52@gmail.com" userId="017bd91f96aa8751" providerId="LiveId" clId="{5B2C3894-F97E-4CAB-8812-5BB4D83AAC6A}" dt="2026-03-12T06:05:49.439" v="2191" actId="27636"/>
          <ac:spMkLst>
            <pc:docMk/>
            <pc:sldMk cId="3197153169" sldId="258"/>
            <ac:spMk id="3" creationId="{A79A4AC9-398B-8FE4-6DFB-987516F186E3}"/>
          </ac:spMkLst>
        </pc:spChg>
      </pc:sldChg>
      <pc:sldChg chg="modSp new mod">
        <pc:chgData name="musukie52@gmail.com" userId="017bd91f96aa8751" providerId="LiveId" clId="{5B2C3894-F97E-4CAB-8812-5BB4D83AAC6A}" dt="2026-03-12T06:05:34.566" v="2128" actId="20577"/>
        <pc:sldMkLst>
          <pc:docMk/>
          <pc:sldMk cId="2434825662" sldId="259"/>
        </pc:sldMkLst>
        <pc:spChg chg="mod">
          <ac:chgData name="musukie52@gmail.com" userId="017bd91f96aa8751" providerId="LiveId" clId="{5B2C3894-F97E-4CAB-8812-5BB4D83AAC6A}" dt="2026-03-12T06:05:33.419" v="2125" actId="6549"/>
          <ac:spMkLst>
            <pc:docMk/>
            <pc:sldMk cId="2434825662" sldId="259"/>
            <ac:spMk id="2" creationId="{535AB401-14EF-6929-E499-A78A209F39E2}"/>
          </ac:spMkLst>
        </pc:spChg>
        <pc:spChg chg="mod">
          <ac:chgData name="musukie52@gmail.com" userId="017bd91f96aa8751" providerId="LiveId" clId="{5B2C3894-F97E-4CAB-8812-5BB4D83AAC6A}" dt="2026-03-12T06:05:34.566" v="2128" actId="20577"/>
          <ac:spMkLst>
            <pc:docMk/>
            <pc:sldMk cId="2434825662" sldId="259"/>
            <ac:spMk id="3" creationId="{100259CD-C05E-8BFA-C9B8-71D099765EE3}"/>
          </ac:spMkLst>
        </pc:spChg>
      </pc:sldChg>
      <pc:sldChg chg="modSp new mod">
        <pc:chgData name="musukie52@gmail.com" userId="017bd91f96aa8751" providerId="LiveId" clId="{5B2C3894-F97E-4CAB-8812-5BB4D83AAC6A}" dt="2026-03-12T05:59:51.065" v="2087" actId="20577"/>
        <pc:sldMkLst>
          <pc:docMk/>
          <pc:sldMk cId="1455306431" sldId="260"/>
        </pc:sldMkLst>
        <pc:spChg chg="mod">
          <ac:chgData name="musukie52@gmail.com" userId="017bd91f96aa8751" providerId="LiveId" clId="{5B2C3894-F97E-4CAB-8812-5BB4D83AAC6A}" dt="2026-03-12T05:58:54.783" v="1812" actId="20577"/>
          <ac:spMkLst>
            <pc:docMk/>
            <pc:sldMk cId="1455306431" sldId="260"/>
            <ac:spMk id="2" creationId="{C6E2C465-F1D8-AB20-D10D-FF1DE8499B6A}"/>
          </ac:spMkLst>
        </pc:spChg>
        <pc:spChg chg="mod">
          <ac:chgData name="musukie52@gmail.com" userId="017bd91f96aa8751" providerId="LiveId" clId="{5B2C3894-F97E-4CAB-8812-5BB4D83AAC6A}" dt="2026-03-12T05:59:51.065" v="2087" actId="20577"/>
          <ac:spMkLst>
            <pc:docMk/>
            <pc:sldMk cId="1455306431" sldId="260"/>
            <ac:spMk id="3" creationId="{B6A03E72-1064-C060-66CA-262A63EA014C}"/>
          </ac:spMkLst>
        </pc:spChg>
      </pc:sldChg>
      <pc:sldChg chg="modSp new mod">
        <pc:chgData name="musukie52@gmail.com" userId="017bd91f96aa8751" providerId="LiveId" clId="{5B2C3894-F97E-4CAB-8812-5BB4D83AAC6A}" dt="2026-03-12T06:21:39.622" v="3010" actId="20577"/>
        <pc:sldMkLst>
          <pc:docMk/>
          <pc:sldMk cId="678700671" sldId="261"/>
        </pc:sldMkLst>
        <pc:spChg chg="mod">
          <ac:chgData name="musukie52@gmail.com" userId="017bd91f96aa8751" providerId="LiveId" clId="{5B2C3894-F97E-4CAB-8812-5BB4D83AAC6A}" dt="2026-03-12T06:13:46.649" v="2208" actId="20577"/>
          <ac:spMkLst>
            <pc:docMk/>
            <pc:sldMk cId="678700671" sldId="261"/>
            <ac:spMk id="2" creationId="{5367CB9D-071D-7DB7-E18C-9890BE5C8055}"/>
          </ac:spMkLst>
        </pc:spChg>
        <pc:spChg chg="mod">
          <ac:chgData name="musukie52@gmail.com" userId="017bd91f96aa8751" providerId="LiveId" clId="{5B2C3894-F97E-4CAB-8812-5BB4D83AAC6A}" dt="2026-03-12T06:21:39.622" v="3010" actId="20577"/>
          <ac:spMkLst>
            <pc:docMk/>
            <pc:sldMk cId="678700671" sldId="261"/>
            <ac:spMk id="3" creationId="{FE00A7BE-59B8-A631-2F45-CFE7DEECEAD2}"/>
          </ac:spMkLst>
        </pc:spChg>
      </pc:sldChg>
      <pc:sldChg chg="modSp new mod">
        <pc:chgData name="musukie52@gmail.com" userId="017bd91f96aa8751" providerId="LiveId" clId="{5B2C3894-F97E-4CAB-8812-5BB4D83AAC6A}" dt="2026-03-12T06:23:55.856" v="3549" actId="20577"/>
        <pc:sldMkLst>
          <pc:docMk/>
          <pc:sldMk cId="1572706785" sldId="262"/>
        </pc:sldMkLst>
        <pc:spChg chg="mod">
          <ac:chgData name="musukie52@gmail.com" userId="017bd91f96aa8751" providerId="LiveId" clId="{5B2C3894-F97E-4CAB-8812-5BB4D83AAC6A}" dt="2026-03-12T06:22:19.722" v="3019" actId="20577"/>
          <ac:spMkLst>
            <pc:docMk/>
            <pc:sldMk cId="1572706785" sldId="262"/>
            <ac:spMk id="2" creationId="{C13CFDDF-626F-5969-4F67-F1C0C6BE2B13}"/>
          </ac:spMkLst>
        </pc:spChg>
        <pc:spChg chg="mod">
          <ac:chgData name="musukie52@gmail.com" userId="017bd91f96aa8751" providerId="LiveId" clId="{5B2C3894-F97E-4CAB-8812-5BB4D83AAC6A}" dt="2026-03-12T06:23:55.856" v="3549" actId="20577"/>
          <ac:spMkLst>
            <pc:docMk/>
            <pc:sldMk cId="1572706785" sldId="262"/>
            <ac:spMk id="3" creationId="{D3F0A463-6051-52BB-881B-DF52B50D5C4B}"/>
          </ac:spMkLst>
        </pc:spChg>
      </pc:sldChg>
      <pc:sldChg chg="modSp new mod">
        <pc:chgData name="musukie52@gmail.com" userId="017bd91f96aa8751" providerId="LiveId" clId="{5B2C3894-F97E-4CAB-8812-5BB4D83AAC6A}" dt="2026-03-12T06:28:36.290" v="3783" actId="20577"/>
        <pc:sldMkLst>
          <pc:docMk/>
          <pc:sldMk cId="3430836320" sldId="263"/>
        </pc:sldMkLst>
        <pc:spChg chg="mod">
          <ac:chgData name="musukie52@gmail.com" userId="017bd91f96aa8751" providerId="LiveId" clId="{5B2C3894-F97E-4CAB-8812-5BB4D83AAC6A}" dt="2026-03-12T06:28:01.186" v="3597" actId="20577"/>
          <ac:spMkLst>
            <pc:docMk/>
            <pc:sldMk cId="3430836320" sldId="263"/>
            <ac:spMk id="2" creationId="{1D3DC655-7E31-4E15-22B8-4B542CB1555A}"/>
          </ac:spMkLst>
        </pc:spChg>
        <pc:spChg chg="mod">
          <ac:chgData name="musukie52@gmail.com" userId="017bd91f96aa8751" providerId="LiveId" clId="{5B2C3894-F97E-4CAB-8812-5BB4D83AAC6A}" dt="2026-03-12T06:28:36.290" v="3783" actId="20577"/>
          <ac:spMkLst>
            <pc:docMk/>
            <pc:sldMk cId="3430836320" sldId="263"/>
            <ac:spMk id="3" creationId="{26E9613B-D2AF-133E-9B48-1E4B055B7AA9}"/>
          </ac:spMkLst>
        </pc:spChg>
      </pc:sldChg>
      <pc:sldChg chg="modSp new mod">
        <pc:chgData name="musukie52@gmail.com" userId="017bd91f96aa8751" providerId="LiveId" clId="{5B2C3894-F97E-4CAB-8812-5BB4D83AAC6A}" dt="2026-03-12T06:47:49.806" v="3828" actId="20577"/>
        <pc:sldMkLst>
          <pc:docMk/>
          <pc:sldMk cId="2663456249" sldId="264"/>
        </pc:sldMkLst>
        <pc:spChg chg="mod">
          <ac:chgData name="musukie52@gmail.com" userId="017bd91f96aa8751" providerId="LiveId" clId="{5B2C3894-F97E-4CAB-8812-5BB4D83AAC6A}" dt="2026-03-12T06:47:21.972" v="3793" actId="20577"/>
          <ac:spMkLst>
            <pc:docMk/>
            <pc:sldMk cId="2663456249" sldId="264"/>
            <ac:spMk id="2" creationId="{D9DA8B8B-9901-E00B-3E8B-2E849C9BB149}"/>
          </ac:spMkLst>
        </pc:spChg>
        <pc:spChg chg="mod">
          <ac:chgData name="musukie52@gmail.com" userId="017bd91f96aa8751" providerId="LiveId" clId="{5B2C3894-F97E-4CAB-8812-5BB4D83AAC6A}" dt="2026-03-12T06:47:49.806" v="3828" actId="20577"/>
          <ac:spMkLst>
            <pc:docMk/>
            <pc:sldMk cId="2663456249" sldId="264"/>
            <ac:spMk id="3" creationId="{5F5E4B54-53D2-FF3C-F5BB-D900EA05407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101F08-EDB1-BE6E-7C64-B0A75875F9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0A5468F-5361-6669-277F-19FEF2F69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DCE582-691E-CEAA-C3D2-DA146B42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4F549C-89D6-19D1-58C8-231D39BEC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6810C7-9C29-A88B-B909-36B7FC54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588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127F4-9E42-299A-3B0E-01BB24B8C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8B177-45BC-9C93-5AB1-293247972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B0AF40-7FFE-9241-5A97-FB8308AD5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9733E3-019D-631E-4154-3D6F6C96D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DCBA5D-816C-6881-B11C-B2DE8DF11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3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5F5C2-E118-1D00-D6EA-C26211FAD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1B21D-B665-582F-ADB7-7BBFC0E3F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E55A1-6E8C-DC49-7C94-0E305E6F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27E775-CC49-10E3-0D68-7D1C756B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1B4770-F952-AC63-3DD6-C9A3DD2B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3391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BF24B-6304-8E02-B463-F5DE10EF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657C00-B614-D86A-2519-11C0A1BA2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FDC4B6-CA06-38A5-2057-7AAA4B097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5DEC87-7B6A-3061-9948-84C72FF86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2E4B25-598A-7D14-2209-479CB5021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E1E1C0-5E5E-4E3E-6918-07D16E46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31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95009-F9A4-3A51-B91B-251F2FBF2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B8528-75CE-41DB-77D3-36E385828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637462-6336-2C6A-1CA6-9A873F76E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A6CD45-F1B7-051A-0A32-535C631BF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B35D72A-575F-ABE3-3644-9CC8DD374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BDF198-F922-9E29-41D8-C278F4D65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CD676C2-51BC-2AF9-57AC-F3100EBDE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495B34D-9886-2324-22AD-C585D97D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689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B1A55-BA09-7654-08AB-4AEBAC772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DAF169C-A766-829C-FB3B-B95F4F3D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C0A1F1-337F-C6D8-6951-32B8AF6E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7B678D-9895-C0FA-3321-AB37BE758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441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413D19C-553C-05E2-F19F-C20525FA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C573919-EBCF-26AD-9802-DA4EC387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52227-8E1B-E8F7-117D-6088627C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0079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83EAD9-C23F-423A-77B2-022842A17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901DBE-4B98-2E21-91FD-83B131C89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221F2D-D08D-89CC-D178-FEAB81842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AA14C5-578C-2297-659F-6B40688C7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B44755-F9CA-3B28-D20F-1ED7664D2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F7D4CA-119F-8924-59FA-51B04880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958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361D-40E6-E3C6-55A0-08D202428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F486185-8F38-DF23-4A94-F210BA4EC0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FB5FA1-C1AB-9F51-12DB-4611E8748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7106AD-812E-0DF4-2C37-9F95C481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1B3963-9382-2B16-4A4E-8F8192F03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79D1DAA-9341-B988-CAEF-3F8ED29C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32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DE97FE-2A43-8117-D5BC-514A8160B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2EB88C-FB61-DA9A-2BCA-5F589B153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46D5B-3236-E25D-B6DE-ACD0A20D2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0B305F-1C01-9612-5619-1B2F69EC0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97B620-9A45-8F51-C16F-6B0E57DCE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9167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5D4F13-E6E8-BC41-E500-8258AA0A5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CC4989-01D3-5D39-49C9-56D481CDB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292D3-AD5D-4B89-EE13-F67D3814D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811959-C151-E77A-B6CA-629DD0064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98EDF5-2D94-0C5D-38DC-A7442329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867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5DED98-7EE5-AA09-E2F5-4849B3FEE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428EF7-005E-5507-7DB6-53B26A91E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413B19-D3EB-B5F5-EDE7-6F8AF4356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E48F9-7AE7-4046-AC4F-988BB6288E20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357859-CFAE-6FF4-B361-64D614964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B2155-BFE5-543A-C6B9-6D00E87558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82EB1-E915-4F2F-84BF-A26B6AFA58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66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3210D1-DC87-D039-8F7F-2A3596C4A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유니티 기술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2B1FA5-E270-2670-2536-C541CAC1D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기획자는 유니티 활용 기술에 대해서 따로 적어야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아트 디자이너들은 포트폴리오에 활용해야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8884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9D1D0C-C0EE-1273-B1B0-29E96FD5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9A4AC9-398B-8FE4-6DFB-987516F18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713"/>
            <a:ext cx="10515600" cy="4983162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Canvas : </a:t>
            </a:r>
            <a:r>
              <a:rPr lang="ko-KR" altLang="en-US" dirty="0"/>
              <a:t>다른 </a:t>
            </a:r>
            <a:r>
              <a:rPr lang="en-US" altLang="ko-KR" dirty="0"/>
              <a:t>UI</a:t>
            </a:r>
            <a:r>
              <a:rPr lang="ko-KR" altLang="en-US" dirty="0"/>
              <a:t>오브젝트들의 가장 최상위 오브젝트가 된다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 오브젝트 하위에 다른  </a:t>
            </a:r>
            <a:r>
              <a:rPr lang="en-US" altLang="ko-KR" dirty="0"/>
              <a:t>UI</a:t>
            </a:r>
            <a:r>
              <a:rPr lang="ko-KR" altLang="en-US" dirty="0"/>
              <a:t> 오브젝트들을 만들게 된다</a:t>
            </a:r>
            <a:r>
              <a:rPr lang="en-US" altLang="ko-KR" dirty="0"/>
              <a:t>. </a:t>
            </a:r>
            <a:r>
              <a:rPr lang="ko-KR" altLang="en-US" dirty="0"/>
              <a:t>다른 </a:t>
            </a:r>
            <a:r>
              <a:rPr lang="en-US" altLang="ko-KR" dirty="0"/>
              <a:t>UI </a:t>
            </a:r>
            <a:r>
              <a:rPr lang="ko-KR" altLang="en-US" dirty="0"/>
              <a:t>오브젝트를 이 오브젝트 하위에 만들지 않으면</a:t>
            </a:r>
            <a:r>
              <a:rPr lang="en-US" altLang="ko-KR" dirty="0"/>
              <a:t>, </a:t>
            </a:r>
            <a:r>
              <a:rPr lang="ko-KR" altLang="en-US" dirty="0"/>
              <a:t>월드 공간에 생성되어 해당 </a:t>
            </a:r>
            <a:r>
              <a:rPr lang="en-US" altLang="ko-KR" dirty="0"/>
              <a:t>UI </a:t>
            </a:r>
            <a:r>
              <a:rPr lang="ko-KR" altLang="en-US" dirty="0"/>
              <a:t>오브젝트는 보이지 않게 된다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Overlay </a:t>
            </a:r>
            <a:r>
              <a:rPr lang="ko-KR" altLang="en-US" dirty="0"/>
              <a:t>속성 </a:t>
            </a:r>
            <a:r>
              <a:rPr lang="en-US" altLang="ko-KR" dirty="0"/>
              <a:t>: </a:t>
            </a:r>
            <a:r>
              <a:rPr lang="ko-KR" altLang="en-US" dirty="0"/>
              <a:t>다른 모든 오브젝트들 위에 그려지는 것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캐릭터</a:t>
            </a:r>
            <a:r>
              <a:rPr lang="en-US" altLang="ko-KR" dirty="0"/>
              <a:t>, </a:t>
            </a:r>
            <a:r>
              <a:rPr lang="ko-KR" altLang="en-US" dirty="0"/>
              <a:t>배경</a:t>
            </a:r>
            <a:r>
              <a:rPr lang="en-US" altLang="ko-KR" dirty="0"/>
              <a:t>, </a:t>
            </a:r>
            <a:r>
              <a:rPr lang="ko-KR" altLang="en-US" dirty="0"/>
              <a:t>몬스터 등 다른 오브젝트들보다 앞에 그려지므로</a:t>
            </a:r>
            <a:r>
              <a:rPr lang="en-US" altLang="ko-KR" dirty="0"/>
              <a:t>, </a:t>
            </a:r>
            <a:r>
              <a:rPr lang="ko-KR" altLang="en-US" dirty="0"/>
              <a:t>가장 앞에서 화면에 나타나게 된다</a:t>
            </a:r>
            <a:r>
              <a:rPr lang="en-US" altLang="ko-KR" dirty="0"/>
              <a:t>. </a:t>
            </a:r>
            <a:r>
              <a:rPr lang="ko-KR" altLang="en-US" dirty="0"/>
              <a:t>다른 오브젝트들을 덮는다는 것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앵커 </a:t>
            </a:r>
            <a:r>
              <a:rPr lang="en-US" altLang="ko-KR" dirty="0"/>
              <a:t>: </a:t>
            </a:r>
            <a:r>
              <a:rPr lang="ko-KR" altLang="en-US" dirty="0"/>
              <a:t>해상도가 </a:t>
            </a:r>
            <a:r>
              <a:rPr lang="ko-KR" altLang="en-US" dirty="0" err="1"/>
              <a:t>바껴도</a:t>
            </a:r>
            <a:r>
              <a:rPr lang="ko-KR" altLang="en-US" dirty="0"/>
              <a:t> 이미지의 해상도 또한 거기에 맞춰서 대응된다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풀 화면으로 앵커를 </a:t>
            </a:r>
            <a:r>
              <a:rPr lang="ko-KR" altLang="en-US" dirty="0" err="1"/>
              <a:t>맞춰놓으면</a:t>
            </a:r>
            <a:r>
              <a:rPr lang="ko-KR" altLang="en-US" dirty="0"/>
              <a:t> 이미지의 크기와 상관없이 해상도에 따라 이미지의 해상도도 맞춰진다</a:t>
            </a:r>
            <a:r>
              <a:rPr lang="en-US" altLang="ko-KR" dirty="0"/>
              <a:t>. </a:t>
            </a:r>
            <a:r>
              <a:rPr lang="ko-KR" altLang="en-US" dirty="0"/>
              <a:t>단축키도 있으나</a:t>
            </a:r>
            <a:r>
              <a:rPr lang="en-US" altLang="ko-KR" dirty="0"/>
              <a:t>, </a:t>
            </a:r>
            <a:r>
              <a:rPr lang="ko-KR" altLang="en-US" dirty="0"/>
              <a:t>찾아봐야 함</a:t>
            </a:r>
          </a:p>
        </p:txBody>
      </p:sp>
    </p:spTree>
    <p:extLst>
      <p:ext uri="{BB962C8B-B14F-4D97-AF65-F5344CB8AC3E}">
        <p14:creationId xmlns:p14="http://schemas.microsoft.com/office/powerpoint/2010/main" val="3197153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AB401-14EF-6929-E499-A78A209F3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 - Image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0259CD-C05E-8BFA-C9B8-71D09976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690" y="1825625"/>
            <a:ext cx="11056620" cy="4351338"/>
          </a:xfrm>
        </p:spPr>
        <p:txBody>
          <a:bodyPr/>
          <a:lstStyle/>
          <a:p>
            <a:r>
              <a:rPr lang="en-US" altLang="ko-KR" dirty="0"/>
              <a:t>RGBA </a:t>
            </a:r>
            <a:r>
              <a:rPr lang="ko-KR" altLang="en-US" dirty="0"/>
              <a:t>중 </a:t>
            </a:r>
            <a:r>
              <a:rPr lang="en-US" altLang="ko-KR" dirty="0"/>
              <a:t>A : </a:t>
            </a:r>
            <a:r>
              <a:rPr lang="ko-KR" altLang="en-US" dirty="0"/>
              <a:t>투명도</a:t>
            </a:r>
            <a:r>
              <a:rPr lang="en-US" altLang="ko-KR" dirty="0"/>
              <a:t>. </a:t>
            </a:r>
            <a:r>
              <a:rPr lang="ko-KR" altLang="en-US" dirty="0"/>
              <a:t>이 값을 조절하면 투명도를 조절할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Raycast</a:t>
            </a:r>
            <a:r>
              <a:rPr lang="en-US" altLang="ko-KR" dirty="0"/>
              <a:t> Target : </a:t>
            </a:r>
            <a:r>
              <a:rPr lang="ko-KR" altLang="en-US" dirty="0"/>
              <a:t>내가 이미지에 클릭을 하면</a:t>
            </a:r>
            <a:r>
              <a:rPr lang="en-US" altLang="ko-KR" dirty="0"/>
              <a:t>, </a:t>
            </a:r>
            <a:r>
              <a:rPr lang="ko-KR" altLang="en-US" dirty="0"/>
              <a:t>어느 곳에 클릭을 했는 지에 대한 정보가 </a:t>
            </a:r>
            <a:r>
              <a:rPr lang="ko-KR" altLang="en-US" dirty="0" err="1"/>
              <a:t>어딘가에</a:t>
            </a:r>
            <a:r>
              <a:rPr lang="ko-KR" altLang="en-US" dirty="0"/>
              <a:t> 저장되게 된다</a:t>
            </a:r>
            <a:r>
              <a:rPr lang="en-US" altLang="ko-KR" dirty="0"/>
              <a:t>. </a:t>
            </a:r>
            <a:r>
              <a:rPr lang="ko-KR" altLang="en-US" dirty="0"/>
              <a:t>이걸 비활성화</a:t>
            </a:r>
            <a:r>
              <a:rPr lang="en-US" altLang="ko-KR" dirty="0"/>
              <a:t>(</a:t>
            </a:r>
            <a:r>
              <a:rPr lang="ko-KR" altLang="en-US" dirty="0"/>
              <a:t>체크해제</a:t>
            </a:r>
            <a:r>
              <a:rPr lang="en-US" altLang="ko-KR" dirty="0"/>
              <a:t>)</a:t>
            </a:r>
            <a:r>
              <a:rPr lang="ko-KR" altLang="en-US" dirty="0"/>
              <a:t>하게 되면</a:t>
            </a:r>
            <a:r>
              <a:rPr lang="en-US" altLang="ko-KR" dirty="0"/>
              <a:t> </a:t>
            </a:r>
            <a:r>
              <a:rPr lang="ko-KR" altLang="en-US" dirty="0"/>
              <a:t>정보는 저장되지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4825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E2C465-F1D8-AB20-D10D-FF1DE8499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TextMeshPro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A03E72-1064-C060-66CA-262A63EA0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Auto Size : </a:t>
            </a:r>
            <a:r>
              <a:rPr lang="ko-KR" altLang="en-US" dirty="0"/>
              <a:t>활성화하면 </a:t>
            </a:r>
            <a:r>
              <a:rPr lang="ko-KR" altLang="en-US" dirty="0" err="1"/>
              <a:t>렉</a:t>
            </a:r>
            <a:r>
              <a:rPr lang="ko-KR" altLang="en-US" dirty="0"/>
              <a:t> 툴로 크기를 조정하는 대로 글자 크기도 커졌다 작아졌다 한다</a:t>
            </a:r>
            <a:r>
              <a:rPr lang="en-US" altLang="ko-KR" dirty="0"/>
              <a:t>. Max</a:t>
            </a:r>
            <a:r>
              <a:rPr lang="ko-KR" altLang="en-US" dirty="0"/>
              <a:t>와 </a:t>
            </a:r>
            <a:r>
              <a:rPr lang="en-US" altLang="ko-KR" dirty="0"/>
              <a:t>Min</a:t>
            </a:r>
            <a:r>
              <a:rPr lang="ko-KR" altLang="en-US" dirty="0"/>
              <a:t>으로 최소 글자 크기와 최대 글자 크기를 정할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Alignment : </a:t>
            </a:r>
            <a:r>
              <a:rPr lang="ko-KR" altLang="en-US" dirty="0"/>
              <a:t>정렬 관련</a:t>
            </a:r>
          </a:p>
        </p:txBody>
      </p:sp>
    </p:spTree>
    <p:extLst>
      <p:ext uri="{BB962C8B-B14F-4D97-AF65-F5344CB8AC3E}">
        <p14:creationId xmlns:p14="http://schemas.microsoft.com/office/powerpoint/2010/main" val="1455306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7CB9D-071D-7DB7-E18C-9890BE5C8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 </a:t>
            </a:r>
            <a:r>
              <a:rPr lang="ko-KR" altLang="en-US" dirty="0"/>
              <a:t>스크립트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00A7BE-59B8-A631-2F45-CFE7DEE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이름 앞에 </a:t>
            </a:r>
            <a:r>
              <a:rPr lang="en-US" altLang="ko-KR" dirty="0"/>
              <a:t>On</a:t>
            </a:r>
            <a:r>
              <a:rPr lang="ko-KR" altLang="en-US" dirty="0"/>
              <a:t>을 붙이는 이유 </a:t>
            </a:r>
            <a:r>
              <a:rPr lang="en-US" altLang="ko-KR" dirty="0"/>
              <a:t>: </a:t>
            </a:r>
            <a:r>
              <a:rPr lang="ko-KR" altLang="en-US" dirty="0"/>
              <a:t>이벤트로서 호출되는 함수일 경우 </a:t>
            </a:r>
            <a:r>
              <a:rPr lang="en-US" altLang="ko-KR" dirty="0"/>
              <a:t>On</a:t>
            </a:r>
            <a:r>
              <a:rPr lang="ko-KR" altLang="en-US" dirty="0"/>
              <a:t>을 붙이는 경우가 많다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빈 </a:t>
            </a:r>
            <a:r>
              <a:rPr lang="ko-KR" altLang="en-US" dirty="0" err="1"/>
              <a:t>게임오브젝트를</a:t>
            </a:r>
            <a:r>
              <a:rPr lang="ko-KR" altLang="en-US" dirty="0"/>
              <a:t> 만들어서 거기에 스크립트를 넣어준다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이벤트를 넣어줄 버튼의 </a:t>
            </a:r>
            <a:r>
              <a:rPr lang="ko-KR" altLang="en-US" dirty="0" err="1"/>
              <a:t>인스펙터에</a:t>
            </a:r>
            <a:r>
              <a:rPr lang="ko-KR" altLang="en-US" dirty="0"/>
              <a:t> </a:t>
            </a:r>
            <a:r>
              <a:rPr lang="en-US" altLang="ko-KR" dirty="0"/>
              <a:t>‘On Click ()’</a:t>
            </a:r>
            <a:r>
              <a:rPr lang="ko-KR" altLang="en-US" dirty="0"/>
              <a:t>에 </a:t>
            </a:r>
            <a:r>
              <a:rPr lang="en-US" altLang="ko-KR" dirty="0"/>
              <a:t>‘+’</a:t>
            </a:r>
            <a:r>
              <a:rPr lang="ko-KR" altLang="en-US" dirty="0"/>
              <a:t>를 눌러준 후</a:t>
            </a:r>
            <a:r>
              <a:rPr lang="en-US" altLang="ko-KR" dirty="0"/>
              <a:t>, ‘None </a:t>
            </a:r>
            <a:r>
              <a:rPr lang="ko-KR" altLang="en-US" dirty="0"/>
              <a:t>어쩌고</a:t>
            </a:r>
            <a:r>
              <a:rPr lang="en-US" altLang="ko-KR" dirty="0"/>
              <a:t>’ </a:t>
            </a:r>
            <a:r>
              <a:rPr lang="ko-KR" altLang="en-US" dirty="0"/>
              <a:t>부분에 새로 만든 빈 </a:t>
            </a:r>
            <a:r>
              <a:rPr lang="ko-KR" altLang="en-US" dirty="0" err="1"/>
              <a:t>게임오브젝트를</a:t>
            </a:r>
            <a:r>
              <a:rPr lang="ko-KR" altLang="en-US" dirty="0"/>
              <a:t> 넣어준다</a:t>
            </a:r>
            <a:r>
              <a:rPr lang="en-US" altLang="ko-KR" dirty="0"/>
              <a:t>. </a:t>
            </a:r>
            <a:r>
              <a:rPr lang="ko-KR" altLang="en-US" dirty="0"/>
              <a:t>그리고 </a:t>
            </a:r>
            <a:r>
              <a:rPr lang="en-US" altLang="ko-KR" dirty="0"/>
              <a:t>‘Function </a:t>
            </a:r>
            <a:r>
              <a:rPr lang="ko-KR" altLang="en-US" dirty="0"/>
              <a:t>어쩌고</a:t>
            </a:r>
            <a:r>
              <a:rPr lang="en-US" altLang="ko-KR" dirty="0"/>
              <a:t>’</a:t>
            </a:r>
            <a:r>
              <a:rPr lang="ko-KR" altLang="en-US" dirty="0"/>
              <a:t> 부분에 우리가 만든 스크립트 이름을 찾아서 넣고 싶은 함수 이름을 클릭해서 넣어준다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70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3CFDDF-626F-5969-4F67-F1C0C6BE2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0A463-6051-52BB-881B-DF52B50D5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같은 성격의 오브젝트들은 하나로 묶어서 관리하는 게 편하다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들면</a:t>
            </a:r>
            <a:r>
              <a:rPr lang="en-US" altLang="ko-KR" dirty="0"/>
              <a:t>, </a:t>
            </a:r>
            <a:r>
              <a:rPr lang="ko-KR" altLang="en-US" dirty="0"/>
              <a:t>버튼들은 모두 버튼이므로</a:t>
            </a:r>
            <a:r>
              <a:rPr lang="en-US" altLang="ko-KR" dirty="0"/>
              <a:t>, </a:t>
            </a:r>
            <a:r>
              <a:rPr lang="ko-KR" altLang="en-US" dirty="0"/>
              <a:t>하나의 그룹으로 묶어서 관리하면 좋다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UI </a:t>
            </a:r>
            <a:r>
              <a:rPr lang="ko-KR" altLang="en-US" dirty="0"/>
              <a:t>오브젝트들은 </a:t>
            </a:r>
            <a:r>
              <a:rPr lang="ko-KR" altLang="en-US" dirty="0" err="1"/>
              <a:t>인스펙터에</a:t>
            </a:r>
            <a:r>
              <a:rPr lang="ko-KR" altLang="en-US" dirty="0"/>
              <a:t> </a:t>
            </a:r>
            <a:r>
              <a:rPr lang="en-US" altLang="ko-KR" dirty="0"/>
              <a:t>‘Transform’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가지면 안 되고</a:t>
            </a:r>
            <a:r>
              <a:rPr lang="en-US" altLang="ko-KR" dirty="0"/>
              <a:t>, ‘</a:t>
            </a:r>
            <a:r>
              <a:rPr lang="en-US" altLang="ko-KR" dirty="0" err="1"/>
              <a:t>Rect</a:t>
            </a:r>
            <a:r>
              <a:rPr lang="en-US" altLang="ko-KR" dirty="0"/>
              <a:t> Transform’</a:t>
            </a:r>
            <a:r>
              <a:rPr lang="ko-KR" altLang="en-US" dirty="0"/>
              <a:t>을 가져야 하므로</a:t>
            </a:r>
            <a:r>
              <a:rPr lang="en-US" altLang="ko-KR" dirty="0"/>
              <a:t>, </a:t>
            </a:r>
            <a:r>
              <a:rPr lang="ko-KR" altLang="en-US" dirty="0"/>
              <a:t>빈 게임 오브젝트를 생성할 때도 </a:t>
            </a:r>
            <a:r>
              <a:rPr lang="en-US" altLang="ko-KR" dirty="0"/>
              <a:t>Canvas</a:t>
            </a:r>
            <a:r>
              <a:rPr lang="ko-KR" altLang="en-US" dirty="0"/>
              <a:t>를 </a:t>
            </a:r>
            <a:r>
              <a:rPr lang="ko-KR" altLang="en-US" dirty="0" err="1"/>
              <a:t>우클릭해서</a:t>
            </a:r>
            <a:r>
              <a:rPr lang="ko-KR" altLang="en-US" dirty="0"/>
              <a:t> 만들어주면 좋다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2706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DC655-7E31-4E15-22B8-4B542CB15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버튼을 하나의 그룹으로 관리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E9613B-D2AF-133E-9B48-1E4B055B7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인스펙터에</a:t>
            </a:r>
            <a:r>
              <a:rPr lang="ko-KR" altLang="en-US" dirty="0"/>
              <a:t> </a:t>
            </a:r>
            <a:r>
              <a:rPr lang="en-US" altLang="ko-KR" dirty="0"/>
              <a:t>Image</a:t>
            </a:r>
            <a:r>
              <a:rPr lang="ko-KR" altLang="en-US" dirty="0"/>
              <a:t>를 넣어서 이미지 속성을 넣어줄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Vertical Layout Group : </a:t>
            </a:r>
            <a:r>
              <a:rPr lang="ko-KR" altLang="en-US" dirty="0"/>
              <a:t>수직으로 하위 오브젝트들을 관리해줌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30836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A8B8B-9901-E00B-3E8B-2E849C9BB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베르</a:t>
            </a:r>
            <a:r>
              <a:rPr lang="ko-KR" altLang="en-US" dirty="0"/>
              <a:t>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5E4B54-53D2-FF3C-F5BB-D900EA054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UI </a:t>
            </a:r>
            <a:r>
              <a:rPr lang="ko-KR" altLang="en-US" dirty="0"/>
              <a:t>관련 유투브 강의</a:t>
            </a:r>
          </a:p>
        </p:txBody>
      </p:sp>
    </p:spTree>
    <p:extLst>
      <p:ext uri="{BB962C8B-B14F-4D97-AF65-F5344CB8AC3E}">
        <p14:creationId xmlns:p14="http://schemas.microsoft.com/office/powerpoint/2010/main" val="2663456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357</Words>
  <Application>Microsoft Office PowerPoint</Application>
  <PresentationFormat>와이드스크린</PresentationFormat>
  <Paragraphs>33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유니티 기술</vt:lpstr>
      <vt:lpstr>UI</vt:lpstr>
      <vt:lpstr>UI - Image</vt:lpstr>
      <vt:lpstr>TextMeshPro</vt:lpstr>
      <vt:lpstr>UI 스크립트</vt:lpstr>
      <vt:lpstr>관리</vt:lpstr>
      <vt:lpstr>버튼을 하나의 그룹으로 관리</vt:lpstr>
      <vt:lpstr>베르 UI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2026-03-12T05:01:40Z</dcterms:created>
  <dcterms:modified xsi:type="dcterms:W3CDTF">2026-03-12T06:47:52Z</dcterms:modified>
</cp:coreProperties>
</file>