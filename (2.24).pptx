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32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09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64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19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25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54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41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62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660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65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62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09101-B830-45C3-ABD4-8A613BE79367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DEE61-597C-4BBD-92C1-169BFFDBB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45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직업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smtClean="0"/>
              <a:t>수익 발생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수익 </a:t>
            </a:r>
            <a:r>
              <a:rPr lang="en-US" altLang="ko-KR" smtClean="0"/>
              <a:t>=&gt; </a:t>
            </a:r>
            <a:r>
              <a:rPr lang="ko-KR" altLang="en-US" smtClean="0"/>
              <a:t>노동의 가치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피라미드에서 내 위치에 따라 수익의 차이가 발생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이력서 </a:t>
            </a:r>
            <a:r>
              <a:rPr lang="en-US" altLang="ko-KR" smtClean="0"/>
              <a:t>– ‘</a:t>
            </a:r>
            <a:r>
              <a:rPr lang="ko-KR" altLang="en-US" smtClean="0"/>
              <a:t>주소</a:t>
            </a:r>
            <a:r>
              <a:rPr lang="en-US" altLang="ko-KR" smtClean="0"/>
              <a:t>’</a:t>
            </a:r>
            <a:r>
              <a:rPr lang="ko-KR" altLang="en-US" smtClean="0"/>
              <a:t>가 중요</a:t>
            </a:r>
            <a:r>
              <a:rPr lang="en-US" altLang="ko-KR" smtClean="0"/>
              <a:t>. </a:t>
            </a:r>
            <a:r>
              <a:rPr lang="ko-KR" altLang="en-US" smtClean="0"/>
              <a:t>빌리거나 실제로 며칠 묵을 수 있는 서울</a:t>
            </a:r>
            <a:r>
              <a:rPr lang="en-US" altLang="ko-KR" smtClean="0"/>
              <a:t>, </a:t>
            </a:r>
            <a:r>
              <a:rPr lang="ko-KR" altLang="en-US" smtClean="0"/>
              <a:t>경기도권 주소가 그 쪽에 취업하기 용이할 수 있다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부모님의 경제력과 관련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부산 회사</a:t>
            </a:r>
            <a:endParaRPr lang="en-US" altLang="ko-KR" smtClean="0"/>
          </a:p>
          <a:p>
            <a:pPr lvl="1"/>
            <a:r>
              <a:rPr lang="ko-KR" altLang="en-US" smtClean="0"/>
              <a:t>마상 소프트</a:t>
            </a:r>
            <a:endParaRPr lang="en-US" altLang="ko-KR" smtClean="0"/>
          </a:p>
          <a:p>
            <a:pPr lvl="1"/>
            <a:r>
              <a:rPr lang="ko-KR" altLang="en-US" smtClean="0"/>
              <a:t>트리노드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능력은 지금 당장은 아니더라도 내 가치를 올리게 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포토샵 </a:t>
            </a:r>
            <a:r>
              <a:rPr lang="en-US" altLang="ko-KR" smtClean="0"/>
              <a:t>=&gt; </a:t>
            </a:r>
            <a:r>
              <a:rPr lang="ko-KR" altLang="en-US" smtClean="0"/>
              <a:t>이 능력을 잊어버리지 않게 복습하자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375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능력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ko-KR" altLang="en-US" smtClean="0"/>
              <a:t>내가 가진 능력을 게임 관련 업계에 맞게 어떻게 말할 지</a:t>
            </a:r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</a:t>
            </a:r>
            <a:r>
              <a:rPr lang="ko-KR" altLang="en-US" smtClean="0"/>
              <a:t>중등교사 </a:t>
            </a:r>
            <a:r>
              <a:rPr lang="en-US" altLang="ko-KR" smtClean="0"/>
              <a:t>2</a:t>
            </a:r>
            <a:r>
              <a:rPr lang="ko-KR" altLang="en-US" smtClean="0"/>
              <a:t>급 </a:t>
            </a:r>
            <a:r>
              <a:rPr lang="en-US" altLang="ko-KR" smtClean="0"/>
              <a:t>=&gt; </a:t>
            </a:r>
            <a:r>
              <a:rPr lang="ko-KR" altLang="en-US" smtClean="0"/>
              <a:t>대화 능력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CCNA </a:t>
            </a:r>
            <a:r>
              <a:rPr lang="ko-KR" altLang="en-US" smtClean="0"/>
              <a:t>자격증 </a:t>
            </a:r>
            <a:r>
              <a:rPr lang="en-US" altLang="ko-KR" smtClean="0"/>
              <a:t>=&gt; c/s</a:t>
            </a:r>
            <a:r>
              <a:rPr lang="ko-KR" altLang="en-US" smtClean="0"/>
              <a:t>에 대한 이해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MOS Master, MI =&gt; </a:t>
            </a:r>
            <a:r>
              <a:rPr lang="ko-KR" altLang="en-US" smtClean="0"/>
              <a:t>문서 제작 능력 </a:t>
            </a:r>
            <a:r>
              <a:rPr lang="en-US" altLang="ko-KR" smtClean="0"/>
              <a:t>=&gt; but </a:t>
            </a:r>
            <a:r>
              <a:rPr lang="ko-KR" altLang="en-US" smtClean="0"/>
              <a:t>이제는 기본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이 자격들에 대해 게임과 연관시킨 지식 에피소드</a:t>
            </a:r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나의 능력에 대한 컨텐츠 볼륨맵</a:t>
            </a:r>
            <a:endParaRPr lang="en-US" altLang="ko-KR" smtClean="0"/>
          </a:p>
          <a:p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대화 능력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c/s </a:t>
            </a:r>
            <a:r>
              <a:rPr lang="ko-KR" altLang="en-US" smtClean="0"/>
              <a:t>이해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문서 제작 능력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AI</a:t>
            </a:r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r>
              <a:rPr lang="ko-KR" altLang="en-US" smtClean="0"/>
              <a:t>이력서에는 문서나 숫자로 증빙 가능한 것들을 적어야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이게 자격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능력에 대한 내용을 어설프게 적으면 오히려 마이너스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55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면접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예상 질문 리스트 만들기</a:t>
            </a:r>
            <a:endParaRPr lang="en-US" altLang="ko-KR" smtClean="0"/>
          </a:p>
          <a:p>
            <a:r>
              <a:rPr lang="ko-KR" altLang="en-US" smtClean="0"/>
              <a:t>내 인생</a:t>
            </a:r>
            <a:r>
              <a:rPr lang="en-US" altLang="ko-KR" smtClean="0"/>
              <a:t>, </a:t>
            </a:r>
            <a:r>
              <a:rPr lang="ko-KR" altLang="en-US" smtClean="0"/>
              <a:t>상황에 대입해서 답변 준비하기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AI</a:t>
            </a:r>
            <a:r>
              <a:rPr lang="ko-KR" altLang="en-US" smtClean="0"/>
              <a:t>를 통해 면접 질문에 알맞은 답변을 준비하기 아주 좋은 시대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9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24619"/>
            <a:ext cx="9111409" cy="688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1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취업 준비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이름 </a:t>
            </a:r>
            <a:r>
              <a:rPr lang="en-US" altLang="ko-KR" smtClean="0"/>
              <a:t>– 1</a:t>
            </a:r>
            <a:r>
              <a:rPr lang="ko-KR" altLang="en-US" smtClean="0"/>
              <a:t>개 파일</a:t>
            </a:r>
            <a:r>
              <a:rPr lang="en-US" altLang="ko-KR" smtClean="0"/>
              <a:t>(</a:t>
            </a:r>
            <a:r>
              <a:rPr lang="ko-KR" altLang="en-US" smtClean="0"/>
              <a:t>이력서 </a:t>
            </a:r>
            <a:r>
              <a:rPr lang="en-US" altLang="ko-KR" smtClean="0"/>
              <a:t>+ </a:t>
            </a:r>
            <a:r>
              <a:rPr lang="ko-KR" altLang="en-US" smtClean="0"/>
              <a:t>자소서</a:t>
            </a:r>
            <a:r>
              <a:rPr lang="en-US" altLang="ko-KR" smtClean="0"/>
              <a:t>)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=&gt; </a:t>
            </a:r>
            <a:r>
              <a:rPr lang="ko-KR" altLang="en-US" smtClean="0"/>
              <a:t>내가 준비된 사람이라는 그 정도의 기준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자소서는 휴대폰 녹음으로 자기 전에 들어주자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인생 </a:t>
            </a:r>
            <a:r>
              <a:rPr lang="en-US" altLang="ko-KR" smtClean="0"/>
              <a:t>– </a:t>
            </a:r>
            <a:r>
              <a:rPr lang="ko-KR" altLang="en-US" smtClean="0"/>
              <a:t>삶의 방향 점검하기</a:t>
            </a:r>
            <a:endParaRPr lang="en-US" altLang="ko-KR" smtClean="0"/>
          </a:p>
          <a:p>
            <a:pPr marL="0" indent="0">
              <a:buNone/>
            </a:pP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72000"/>
            <a:ext cx="10559927" cy="16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5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산업 </a:t>
            </a:r>
            <a:r>
              <a:rPr lang="en-US" altLang="ko-KR" smtClean="0"/>
              <a:t>- </a:t>
            </a:r>
            <a:r>
              <a:rPr lang="ko-KR" altLang="en-US" smtClean="0"/>
              <a:t>국내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1692" y="1500552"/>
            <a:ext cx="11488616" cy="53574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한국 </a:t>
            </a:r>
            <a:r>
              <a:rPr lang="en-US" altLang="ko-KR" smtClean="0"/>
              <a:t>/ </a:t>
            </a:r>
            <a:r>
              <a:rPr lang="ko-KR" altLang="en-US" smtClean="0"/>
              <a:t>일본</a:t>
            </a:r>
            <a:r>
              <a:rPr lang="en-US" altLang="ko-KR" smtClean="0"/>
              <a:t>]</a:t>
            </a:r>
            <a:endParaRPr lang="en-US" altLang="ko-KR"/>
          </a:p>
          <a:p>
            <a:r>
              <a:rPr lang="en-US" altLang="ko-KR" smtClean="0"/>
              <a:t>3</a:t>
            </a:r>
            <a:r>
              <a:rPr lang="ko-KR" altLang="en-US" smtClean="0"/>
              <a:t>천만원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5</a:t>
            </a:r>
            <a:r>
              <a:rPr lang="ko-KR" altLang="en-US" smtClean="0"/>
              <a:t>천만원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8</a:t>
            </a:r>
            <a:r>
              <a:rPr lang="ko-KR" altLang="en-US" smtClean="0"/>
              <a:t>천만원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1</a:t>
            </a:r>
            <a:r>
              <a:rPr lang="ko-KR" altLang="en-US" smtClean="0"/>
              <a:t>억</a:t>
            </a:r>
            <a:endParaRPr lang="en-US" altLang="ko-KR" smtClean="0"/>
          </a:p>
          <a:p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중국 </a:t>
            </a:r>
            <a:r>
              <a:rPr lang="en-US" altLang="ko-KR" smtClean="0"/>
              <a:t>(</a:t>
            </a:r>
            <a:r>
              <a:rPr lang="ko-KR" altLang="en-US" smtClean="0"/>
              <a:t>인도 </a:t>
            </a:r>
            <a:r>
              <a:rPr lang="en-US" altLang="ko-KR" smtClean="0"/>
              <a:t>/ </a:t>
            </a:r>
            <a:r>
              <a:rPr lang="ko-KR" altLang="en-US" smtClean="0"/>
              <a:t>인도네시아</a:t>
            </a:r>
            <a:r>
              <a:rPr lang="en-US" altLang="ko-KR" smtClean="0"/>
              <a:t>)]</a:t>
            </a:r>
            <a:endParaRPr lang="en-US" altLang="ko-KR"/>
          </a:p>
          <a:p>
            <a:r>
              <a:rPr lang="ko-KR" altLang="en-US" smtClean="0"/>
              <a:t>내수 시장이 탄탄하므로</a:t>
            </a:r>
            <a:r>
              <a:rPr lang="en-US" altLang="ko-KR" smtClean="0"/>
              <a:t>(</a:t>
            </a:r>
            <a:r>
              <a:rPr lang="ko-KR" altLang="en-US" smtClean="0"/>
              <a:t>인구수 多</a:t>
            </a:r>
            <a:r>
              <a:rPr lang="en-US" altLang="ko-KR" smtClean="0"/>
              <a:t>) 1</a:t>
            </a:r>
            <a:r>
              <a:rPr lang="ko-KR" altLang="en-US" smtClean="0"/>
              <a:t>억까지는 쉽게 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ko-KR" altLang="en-US" smtClean="0"/>
              <a:t>중국어와 영어는 중요하다</a:t>
            </a:r>
            <a:r>
              <a:rPr lang="en-US" altLang="ko-KR" smtClean="0"/>
              <a:t>. (+</a:t>
            </a:r>
            <a:r>
              <a:rPr lang="ko-KR" altLang="en-US" smtClean="0"/>
              <a:t>일어</a:t>
            </a:r>
            <a:r>
              <a:rPr lang="en-US" altLang="ko-KR" smtClean="0"/>
              <a:t>) =&gt; </a:t>
            </a:r>
            <a:r>
              <a:rPr lang="ko-KR" altLang="en-US" smtClean="0"/>
              <a:t>취업할 때는 크게 중요하지 않지만</a:t>
            </a:r>
            <a:r>
              <a:rPr lang="en-US" altLang="ko-KR" smtClean="0"/>
              <a:t>, </a:t>
            </a:r>
            <a:r>
              <a:rPr lang="ko-KR" altLang="en-US" smtClean="0"/>
              <a:t>경력이 쌓이면 중요하다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ko-KR" altLang="en-US" smtClean="0"/>
              <a:t>원어민보다 잘하는 수준이어야 해외로 나갈 수 있다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ko-KR" altLang="en-US" smtClean="0"/>
              <a:t>비즈니스 언어가 유창하게</a:t>
            </a:r>
            <a:r>
              <a:rPr lang="en-US" altLang="ko-KR" smtClean="0"/>
              <a:t>, </a:t>
            </a:r>
            <a:r>
              <a:rPr lang="ko-KR" altLang="en-US" smtClean="0"/>
              <a:t>사투리까지 알아들을 수 있을 정도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28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영어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원어민보다 잘하면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연봉 </a:t>
            </a:r>
            <a:r>
              <a:rPr lang="en-US" altLang="ko-KR" smtClean="0"/>
              <a:t>10</a:t>
            </a:r>
            <a:r>
              <a:rPr lang="ko-KR" altLang="en-US" smtClean="0"/>
              <a:t>억도 가능하다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경력이 어느 정도 쌓이면 </a:t>
            </a:r>
            <a:r>
              <a:rPr lang="en-US" altLang="ko-KR" smtClean="0"/>
              <a:t>(10</a:t>
            </a:r>
            <a:r>
              <a:rPr lang="ko-KR" altLang="en-US" smtClean="0"/>
              <a:t>년 이상</a:t>
            </a:r>
            <a:r>
              <a:rPr lang="en-US" altLang="ko-KR" smtClean="0"/>
              <a:t>)</a:t>
            </a:r>
            <a:br>
              <a:rPr lang="en-US" altLang="ko-KR" smtClean="0"/>
            </a:br>
            <a:r>
              <a:rPr lang="ko-KR" altLang="en-US" smtClean="0"/>
              <a:t>외국 회사로 가면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연봉을 훨씬 더 높일 수 있다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846" y="50741"/>
            <a:ext cx="3634154" cy="680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8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현실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안목을 높이기 위해서 매일은 아니더라도 </a:t>
            </a:r>
            <a:r>
              <a:rPr lang="en-US" altLang="ko-KR" smtClean="0"/>
              <a:t>‘</a:t>
            </a:r>
            <a:r>
              <a:rPr lang="ko-KR" altLang="en-US" smtClean="0"/>
              <a:t>자주</a:t>
            </a:r>
            <a:r>
              <a:rPr lang="en-US" altLang="ko-KR" smtClean="0"/>
              <a:t>’</a:t>
            </a:r>
            <a:br>
              <a:rPr lang="en-US" altLang="ko-KR" smtClean="0"/>
            </a:br>
            <a:r>
              <a:rPr lang="en-US" altLang="ko-KR" smtClean="0"/>
              <a:t>Unity</a:t>
            </a:r>
            <a:r>
              <a:rPr lang="ko-KR" altLang="en-US" smtClean="0"/>
              <a:t>와 </a:t>
            </a:r>
            <a:r>
              <a:rPr lang="en-US" altLang="ko-KR" smtClean="0"/>
              <a:t>Unreal</a:t>
            </a:r>
            <a:r>
              <a:rPr lang="ko-KR" altLang="en-US" smtClean="0"/>
              <a:t> 스토어에서 아이쇼핑을 하자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‘</a:t>
            </a:r>
            <a:r>
              <a:rPr lang="ko-KR" altLang="en-US" smtClean="0"/>
              <a:t>하고 싶은 것</a:t>
            </a:r>
            <a:r>
              <a:rPr lang="en-US" altLang="ko-KR" smtClean="0"/>
              <a:t>’</a:t>
            </a:r>
            <a:r>
              <a:rPr lang="ko-KR" altLang="en-US" smtClean="0"/>
              <a:t>과 </a:t>
            </a:r>
            <a:r>
              <a:rPr lang="en-US" altLang="ko-KR" smtClean="0"/>
              <a:t>‘</a:t>
            </a:r>
            <a:r>
              <a:rPr lang="ko-KR" altLang="en-US" smtClean="0"/>
              <a:t>해내야 할 것</a:t>
            </a:r>
            <a:r>
              <a:rPr lang="en-US" altLang="ko-KR" smtClean="0"/>
              <a:t>’</a:t>
            </a:r>
            <a:r>
              <a:rPr lang="ko-KR" altLang="en-US" smtClean="0"/>
              <a:t>을 구분하자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8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smtClean="0"/>
              <a:t>어제까지 </a:t>
            </a:r>
            <a:r>
              <a:rPr lang="en-US" altLang="ko-KR" smtClean="0"/>
              <a:t>‘2D </a:t>
            </a:r>
            <a:r>
              <a:rPr lang="ko-KR" altLang="en-US" smtClean="0"/>
              <a:t>이미지</a:t>
            </a:r>
            <a:r>
              <a:rPr lang="en-US" altLang="ko-KR" smtClean="0"/>
              <a:t>(</a:t>
            </a:r>
            <a:r>
              <a:rPr lang="ko-KR" altLang="en-US" smtClean="0"/>
              <a:t>를 제작하는</a:t>
            </a:r>
            <a:r>
              <a:rPr lang="en-US" altLang="ko-KR" smtClean="0"/>
              <a:t>)</a:t>
            </a:r>
            <a:r>
              <a:rPr lang="ko-KR" altLang="en-US" smtClean="0"/>
              <a:t> 영역</a:t>
            </a:r>
            <a:r>
              <a:rPr lang="en-US" altLang="ko-KR" smtClean="0"/>
              <a:t>’</a:t>
            </a:r>
            <a:r>
              <a:rPr lang="ko-KR" altLang="en-US" smtClean="0"/>
              <a:t>을 경험했다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내일</a:t>
            </a:r>
            <a:r>
              <a:rPr lang="en-US" altLang="ko-KR" smtClean="0"/>
              <a:t>(</a:t>
            </a:r>
            <a:r>
              <a:rPr lang="ko-KR" altLang="en-US" smtClean="0"/>
              <a:t>수요일</a:t>
            </a:r>
            <a:r>
              <a:rPr lang="en-US" altLang="ko-KR" smtClean="0"/>
              <a:t>)</a:t>
            </a:r>
            <a:r>
              <a:rPr lang="ko-KR" altLang="en-US" smtClean="0"/>
              <a:t>은 </a:t>
            </a:r>
            <a:r>
              <a:rPr lang="en-US" altLang="ko-KR" smtClean="0"/>
              <a:t>‘3D </a:t>
            </a:r>
            <a:r>
              <a:rPr lang="ko-KR" altLang="en-US" smtClean="0"/>
              <a:t>제작 영역</a:t>
            </a:r>
            <a:r>
              <a:rPr lang="en-US" altLang="ko-KR" smtClean="0"/>
              <a:t>’</a:t>
            </a:r>
            <a:r>
              <a:rPr lang="ko-KR" altLang="en-US" smtClean="0"/>
              <a:t>을 경험할 것이다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2D</a:t>
            </a:r>
            <a:r>
              <a:rPr lang="ko-KR" altLang="en-US" smtClean="0"/>
              <a:t>에는 도트 픽셀 아트가 있는데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3D</a:t>
            </a:r>
            <a:r>
              <a:rPr lang="ko-KR" altLang="en-US" smtClean="0"/>
              <a:t>에는 정육면체로 만들어지는 </a:t>
            </a:r>
            <a:r>
              <a:rPr lang="en-US" altLang="ko-KR" smtClean="0"/>
              <a:t>voxel(</a:t>
            </a:r>
            <a:r>
              <a:rPr lang="ko-KR" altLang="en-US" smtClean="0"/>
              <a:t>복셀</a:t>
            </a:r>
            <a:r>
              <a:rPr lang="en-US" altLang="ko-KR" smtClean="0"/>
              <a:t>)</a:t>
            </a:r>
            <a:r>
              <a:rPr lang="ko-KR" altLang="en-US" smtClean="0"/>
              <a:t> 아트라는 것이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마인크래프트</a:t>
            </a:r>
            <a:r>
              <a:rPr lang="en-US" altLang="ko-KR" smtClean="0"/>
              <a:t>, </a:t>
            </a:r>
            <a:r>
              <a:rPr lang="ko-KR" altLang="en-US" smtClean="0"/>
              <a:t>로블록스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그 다음</a:t>
            </a:r>
            <a:r>
              <a:rPr lang="en-US" altLang="ko-KR" smtClean="0"/>
              <a:t>(</a:t>
            </a:r>
            <a:r>
              <a:rPr lang="ko-KR" altLang="en-US" smtClean="0"/>
              <a:t>목요일</a:t>
            </a:r>
            <a:r>
              <a:rPr lang="en-US" altLang="ko-KR" smtClean="0"/>
              <a:t>)</a:t>
            </a:r>
            <a:r>
              <a:rPr lang="ko-KR" altLang="en-US" smtClean="0"/>
              <a:t>에는 </a:t>
            </a:r>
            <a:r>
              <a:rPr lang="en-US" altLang="ko-KR" smtClean="0"/>
              <a:t>‘</a:t>
            </a:r>
            <a:r>
              <a:rPr lang="ko-KR" altLang="en-US" smtClean="0"/>
              <a:t>애니메이션의 영역</a:t>
            </a:r>
            <a:r>
              <a:rPr lang="en-US" altLang="ko-KR" smtClean="0"/>
              <a:t>‘ + AI </a:t>
            </a:r>
            <a:r>
              <a:rPr lang="ko-KR" altLang="en-US" smtClean="0"/>
              <a:t>를 배울 것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금요일에는 통합 기획서의 </a:t>
            </a:r>
            <a:r>
              <a:rPr lang="en-US" altLang="ko-KR" smtClean="0"/>
              <a:t>‘</a:t>
            </a:r>
            <a:r>
              <a:rPr lang="ko-KR" altLang="en-US" smtClean="0"/>
              <a:t>첫 페이지</a:t>
            </a:r>
            <a:r>
              <a:rPr lang="en-US" altLang="ko-KR" smtClean="0"/>
              <a:t>‘</a:t>
            </a:r>
            <a:r>
              <a:rPr lang="ko-KR" altLang="en-US" smtClean="0"/>
              <a:t>에 해당하는 대표 이미지를 만들어볼 것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이때까지 배운 내용을 통해 퀄리티 업 할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144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177</Words>
  <Application>Microsoft Office PowerPoint</Application>
  <PresentationFormat>와이드스크린</PresentationFormat>
  <Paragraphs>69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직업</vt:lpstr>
      <vt:lpstr>능력</vt:lpstr>
      <vt:lpstr>면접</vt:lpstr>
      <vt:lpstr>PowerPoint 프레젠테이션</vt:lpstr>
      <vt:lpstr>취업 준비</vt:lpstr>
      <vt:lpstr>게임 산업 - 국내</vt:lpstr>
      <vt:lpstr>영어</vt:lpstr>
      <vt:lpstr>현실</vt:lpstr>
      <vt:lpstr>내일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직업</dc:title>
  <dc:creator>FullName</dc:creator>
  <cp:lastModifiedBy>FullName</cp:lastModifiedBy>
  <cp:revision>8</cp:revision>
  <dcterms:created xsi:type="dcterms:W3CDTF">2026-02-24T05:02:26Z</dcterms:created>
  <dcterms:modified xsi:type="dcterms:W3CDTF">2026-02-24T06:27:45Z</dcterms:modified>
</cp:coreProperties>
</file>