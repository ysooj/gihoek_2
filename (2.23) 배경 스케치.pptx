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33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71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14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82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9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48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6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29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6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83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094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9BDF6-B5B9-4DDB-89C3-2A78E23D61CC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2A5B7-D561-4D1C-99AE-3E2E4F9D4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27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디스코드 추가정보</a:t>
            </a:r>
            <a:r>
              <a:rPr lang="en-US" altLang="ko-KR" smtClean="0"/>
              <a:t>-</a:t>
            </a:r>
            <a:r>
              <a:rPr lang="ko-KR" altLang="en-US" smtClean="0"/>
              <a:t>링크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포토샵 대체 </a:t>
            </a:r>
            <a:r>
              <a:rPr lang="en-US" altLang="ko-KR" smtClean="0"/>
              <a:t>: </a:t>
            </a:r>
            <a:r>
              <a:rPr lang="ko-KR" altLang="en-US" smtClean="0"/>
              <a:t>김프</a:t>
            </a:r>
            <a:endParaRPr lang="en-US" altLang="ko-KR" smtClean="0"/>
          </a:p>
          <a:p>
            <a:r>
              <a:rPr lang="ko-KR" altLang="en-US" smtClean="0"/>
              <a:t>포토샵 강의</a:t>
            </a:r>
            <a:endParaRPr lang="en-US" altLang="ko-KR"/>
          </a:p>
          <a:p>
            <a:r>
              <a:rPr lang="ko-KR" altLang="en-US" smtClean="0"/>
              <a:t>엑셀 강의</a:t>
            </a:r>
            <a:endParaRPr lang="en-US" altLang="ko-KR" smtClean="0"/>
          </a:p>
          <a:p>
            <a:r>
              <a:rPr lang="en-US" altLang="ko-KR" smtClean="0"/>
              <a:t>TED : </a:t>
            </a:r>
            <a:r>
              <a:rPr lang="ko-KR" altLang="en-US" smtClean="0"/>
              <a:t>말하는 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65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복습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포토샵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복습하지 않으면 끝난다</a:t>
            </a:r>
            <a:r>
              <a:rPr lang="en-US" altLang="ko-KR" smtClean="0"/>
              <a:t>!</a:t>
            </a:r>
          </a:p>
          <a:p>
            <a:r>
              <a:rPr lang="en-US" altLang="ko-KR" smtClean="0"/>
              <a:t>3</a:t>
            </a:r>
            <a:r>
              <a:rPr lang="ko-KR" altLang="en-US" smtClean="0"/>
              <a:t>일</a:t>
            </a:r>
            <a:endParaRPr lang="en-US" altLang="ko-KR" smtClean="0"/>
          </a:p>
          <a:p>
            <a:r>
              <a:rPr lang="en-US" altLang="ko-KR" smtClean="0"/>
              <a:t>5</a:t>
            </a:r>
            <a:r>
              <a:rPr lang="ko-KR" altLang="en-US" smtClean="0"/>
              <a:t>일</a:t>
            </a:r>
            <a:endParaRPr lang="en-US" altLang="ko-KR" smtClean="0"/>
          </a:p>
          <a:p>
            <a:r>
              <a:rPr lang="ko-KR" altLang="en-US" smtClean="0"/>
              <a:t>일주일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뒤에 복습해야 안 까먹는다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74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과제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 </a:t>
            </a:r>
            <a:r>
              <a:rPr lang="en-US" altLang="ko-KR" smtClean="0"/>
              <a:t>– </a:t>
            </a:r>
            <a:r>
              <a:rPr lang="ko-KR" altLang="en-US" smtClean="0"/>
              <a:t>개인 카톡으로 보내기 </a:t>
            </a:r>
            <a:r>
              <a:rPr lang="en-US" altLang="ko-KR" smtClean="0"/>
              <a:t>: </a:t>
            </a:r>
            <a:r>
              <a:rPr lang="ko-KR" altLang="en-US" smtClean="0"/>
              <a:t>다음 주 월요일까지</a:t>
            </a:r>
            <a:endParaRPr lang="en-US" altLang="ko-KR" smtClean="0"/>
          </a:p>
          <a:p>
            <a:r>
              <a:rPr lang="en-US" altLang="ko-KR" smtClean="0"/>
              <a:t>Jpg </a:t>
            </a:r>
            <a:r>
              <a:rPr lang="ko-KR" altLang="en-US" smtClean="0"/>
              <a:t>또는 </a:t>
            </a:r>
            <a:r>
              <a:rPr lang="en-US" altLang="ko-KR" smtClean="0"/>
              <a:t>png </a:t>
            </a:r>
            <a:r>
              <a:rPr lang="ko-KR" altLang="en-US" smtClean="0"/>
              <a:t>파일로</a:t>
            </a:r>
            <a:endParaRPr lang="en-US" altLang="ko-KR"/>
          </a:p>
          <a:p>
            <a:r>
              <a:rPr lang="ko-KR" altLang="en-US" smtClean="0"/>
              <a:t>선생님이 주신 캐릭터 파일 </a:t>
            </a:r>
            <a:r>
              <a:rPr lang="en-US" altLang="ko-KR" smtClean="0"/>
              <a:t>2</a:t>
            </a:r>
            <a:r>
              <a:rPr lang="ko-KR" altLang="en-US" smtClean="0"/>
              <a:t>개 이상 합쳐서 만들기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배경 스케치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76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43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디스코드 추가정보-링크</vt:lpstr>
      <vt:lpstr>복습</vt:lpstr>
      <vt:lpstr>과제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2026-02-23T04:58:18Z</dcterms:created>
  <dcterms:modified xsi:type="dcterms:W3CDTF">2026-02-23T06:50:42Z</dcterms:modified>
</cp:coreProperties>
</file>