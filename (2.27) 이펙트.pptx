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7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218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628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72893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4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3345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61282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0153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384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3889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4642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623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FB6B2-1A7F-40FC-A6A1-A51628D91390}" type="datetimeFigureOut">
              <a:rPr lang="ko-KR" altLang="en-US" smtClean="0"/>
              <a:t>2026-02-27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139E6-3B63-44EC-B81E-FE8A57A6E5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308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이펙트 </a:t>
            </a:r>
            <a:r>
              <a:rPr lang="en-US" altLang="ko-KR" smtClean="0"/>
              <a:t>(</a:t>
            </a:r>
            <a:r>
              <a:rPr lang="ko-KR" altLang="en-US" smtClean="0"/>
              <a:t>디자이너</a:t>
            </a:r>
            <a:r>
              <a:rPr lang="en-US" altLang="ko-KR" smtClean="0"/>
              <a:t>)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5167311"/>
          </a:xfrm>
        </p:spPr>
        <p:txBody>
          <a:bodyPr>
            <a:normAutofit fontScale="92500" lnSpcReduction="20000"/>
          </a:bodyPr>
          <a:lstStyle/>
          <a:p>
            <a:r>
              <a:rPr lang="ko-KR" altLang="en-US" smtClean="0"/>
              <a:t>게임 화면</a:t>
            </a:r>
            <a:endParaRPr lang="en-US" altLang="ko-KR" smtClean="0"/>
          </a:p>
          <a:p>
            <a:r>
              <a:rPr lang="ko-KR" altLang="en-US" smtClean="0"/>
              <a:t>게임 환경</a:t>
            </a:r>
            <a:r>
              <a:rPr lang="en-US" altLang="ko-KR" smtClean="0"/>
              <a:t>(</a:t>
            </a:r>
            <a:r>
              <a:rPr lang="ko-KR" altLang="en-US" smtClean="0"/>
              <a:t>인바이런먼트</a:t>
            </a:r>
            <a:r>
              <a:rPr lang="en-US" altLang="ko-KR" smtClean="0"/>
              <a:t>)</a:t>
            </a: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게임 화면의 구성요소</a:t>
            </a:r>
            <a:endParaRPr lang="en-US" altLang="ko-KR" smtClean="0"/>
          </a:p>
          <a:p>
            <a:r>
              <a:rPr lang="en-US" altLang="ko-KR" smtClean="0"/>
              <a:t>Bottom </a:t>
            </a:r>
            <a:r>
              <a:rPr lang="ko-KR" altLang="en-US" smtClean="0"/>
              <a:t>바닥 </a:t>
            </a:r>
            <a:r>
              <a:rPr lang="en-US" altLang="ko-KR" smtClean="0"/>
              <a:t>: </a:t>
            </a:r>
            <a:r>
              <a:rPr lang="ko-KR" altLang="en-US" smtClean="0"/>
              <a:t>게임의 바닥</a:t>
            </a:r>
            <a:r>
              <a:rPr lang="en-US" altLang="ko-KR" smtClean="0"/>
              <a:t>. </a:t>
            </a:r>
            <a:r>
              <a:rPr lang="ko-KR" altLang="en-US" smtClean="0"/>
              <a:t>캐릭터들이 서있고 뛰다닐 수 있는</a:t>
            </a:r>
            <a:r>
              <a:rPr lang="en-US" altLang="ko-KR" smtClean="0"/>
              <a:t>.</a:t>
            </a:r>
          </a:p>
          <a:p>
            <a:r>
              <a:rPr lang="en-US" altLang="ko-KR" smtClean="0"/>
              <a:t>Terrain </a:t>
            </a:r>
            <a:r>
              <a:rPr lang="ko-KR" altLang="en-US" smtClean="0"/>
              <a:t>터레인 </a:t>
            </a:r>
            <a:r>
              <a:rPr lang="en-US" altLang="ko-KR" smtClean="0"/>
              <a:t>: </a:t>
            </a:r>
            <a:r>
              <a:rPr lang="ko-KR" altLang="en-US" smtClean="0"/>
              <a:t>지형</a:t>
            </a:r>
            <a:endParaRPr lang="en-US" altLang="ko-KR" smtClean="0"/>
          </a:p>
          <a:p>
            <a:pPr marL="0" indent="0">
              <a:buNone/>
            </a:pPr>
            <a:r>
              <a:rPr lang="en-US" altLang="ko-KR" smtClean="0"/>
              <a:t>[</a:t>
            </a:r>
            <a:r>
              <a:rPr lang="ko-KR" altLang="en-US" smtClean="0"/>
              <a:t>환경 이펙트</a:t>
            </a:r>
            <a:r>
              <a:rPr lang="en-US" altLang="ko-KR" smtClean="0"/>
              <a:t>]</a:t>
            </a:r>
          </a:p>
          <a:p>
            <a:pPr marL="0" indent="0">
              <a:buNone/>
            </a:pPr>
            <a:r>
              <a:rPr lang="ko-KR" altLang="en-US" smtClean="0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바람</a:t>
            </a:r>
            <a:r>
              <a:rPr lang="en-US" altLang="ko-KR" smtClean="0"/>
              <a:t>, </a:t>
            </a:r>
            <a:r>
              <a:rPr lang="ko-KR" altLang="en-US" smtClean="0"/>
              <a:t>비</a:t>
            </a:r>
            <a:r>
              <a:rPr lang="en-US" altLang="ko-KR" smtClean="0"/>
              <a:t>, </a:t>
            </a:r>
            <a:r>
              <a:rPr lang="ko-KR" altLang="en-US" smtClean="0"/>
              <a:t>눈</a:t>
            </a:r>
            <a:r>
              <a:rPr lang="en-US" altLang="ko-KR" smtClean="0"/>
              <a:t>, </a:t>
            </a:r>
            <a:r>
              <a:rPr lang="ko-KR" altLang="en-US" smtClean="0"/>
              <a:t>우박</a:t>
            </a:r>
            <a:r>
              <a:rPr lang="en-US" altLang="ko-KR" smtClean="0"/>
              <a:t>, </a:t>
            </a:r>
            <a:r>
              <a:rPr lang="ko-KR" altLang="en-US" smtClean="0"/>
              <a:t>햇빛</a:t>
            </a:r>
            <a:r>
              <a:rPr lang="en-US" altLang="ko-KR" smtClean="0"/>
              <a:t>(</a:t>
            </a:r>
            <a:r>
              <a:rPr lang="ko-KR" altLang="en-US" smtClean="0"/>
              <a:t>아지랑이</a:t>
            </a:r>
            <a:r>
              <a:rPr lang="en-US" altLang="ko-KR" smtClean="0"/>
              <a:t>)</a:t>
            </a:r>
            <a:r>
              <a:rPr lang="ko-KR" altLang="en-US" smtClean="0"/>
              <a:t> 등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별도의 연산과 미들웨어를 통해 엔진</a:t>
            </a:r>
            <a:r>
              <a:rPr lang="en-US" altLang="ko-KR" smtClean="0"/>
              <a:t>/</a:t>
            </a:r>
            <a:r>
              <a:rPr lang="ko-KR" altLang="en-US" smtClean="0"/>
              <a:t>클라이언트 프로그래머가 할 수도 있다</a:t>
            </a:r>
            <a:r>
              <a:rPr lang="en-US" altLang="ko-KR" smtClean="0"/>
              <a:t>.</a:t>
            </a:r>
          </a:p>
          <a:p>
            <a:pPr marL="0" indent="0">
              <a:buNone/>
            </a:pPr>
            <a:r>
              <a:rPr lang="en-US" altLang="ko-KR"/>
              <a:t>[</a:t>
            </a:r>
            <a:r>
              <a:rPr lang="ko-KR" altLang="en-US" smtClean="0"/>
              <a:t>스크린 이펙트</a:t>
            </a:r>
            <a:r>
              <a:rPr lang="en-US" altLang="ko-KR" smtClean="0"/>
              <a:t>]</a:t>
            </a:r>
          </a:p>
          <a:p>
            <a:pPr marL="0" indent="0">
              <a:buNone/>
            </a:pPr>
            <a:r>
              <a:rPr lang="en-US" altLang="ko-KR"/>
              <a:t> </a:t>
            </a:r>
            <a:r>
              <a:rPr lang="en-US" altLang="ko-KR" smtClean="0"/>
              <a:t>: </a:t>
            </a:r>
            <a:r>
              <a:rPr lang="ko-KR" altLang="en-US" smtClean="0"/>
              <a:t>게임 내에 이펙트를 넣기도 하지만</a:t>
            </a:r>
            <a:r>
              <a:rPr lang="en-US" altLang="ko-KR" smtClean="0"/>
              <a:t>, </a:t>
            </a:r>
            <a:r>
              <a:rPr lang="ko-KR" altLang="en-US" smtClean="0"/>
              <a:t>카메라 렌즈</a:t>
            </a:r>
            <a:r>
              <a:rPr lang="en-US" altLang="ko-KR" smtClean="0"/>
              <a:t>(?) </a:t>
            </a:r>
            <a:r>
              <a:rPr lang="ko-KR" altLang="en-US" smtClean="0"/>
              <a:t>자체에 이펙트를 넣기도 한다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맺힌 물방울</a:t>
            </a:r>
            <a:r>
              <a:rPr lang="en-US" altLang="ko-KR" smtClean="0"/>
              <a:t>, </a:t>
            </a:r>
            <a:r>
              <a:rPr lang="ko-KR" altLang="en-US" smtClean="0"/>
              <a:t>바운스</a:t>
            </a:r>
            <a:r>
              <a:rPr lang="en-US" altLang="ko-KR" smtClean="0"/>
              <a:t>, </a:t>
            </a:r>
            <a:r>
              <a:rPr lang="ko-KR" altLang="en-US" smtClean="0"/>
              <a:t>피격 상처 등</a:t>
            </a:r>
            <a:endParaRPr lang="en-US" altLang="ko-KR" smtClean="0"/>
          </a:p>
          <a:p>
            <a:pPr lvl="1"/>
            <a:r>
              <a:rPr lang="ko-KR" altLang="en-US" smtClean="0"/>
              <a:t>환경 이펙트와는 다르다</a:t>
            </a:r>
            <a:r>
              <a:rPr lang="en-US" altLang="ko-KR" smtClean="0"/>
              <a:t>.</a:t>
            </a:r>
          </a:p>
          <a:p>
            <a:pPr lvl="1"/>
            <a:r>
              <a:rPr lang="ko-KR" altLang="en-US" smtClean="0"/>
              <a:t>옛날에는 파티클이 아닌 </a:t>
            </a:r>
            <a:r>
              <a:rPr lang="en-US" altLang="ko-KR" smtClean="0"/>
              <a:t>2d </a:t>
            </a:r>
            <a:r>
              <a:rPr lang="ko-KR" altLang="en-US" smtClean="0"/>
              <a:t>이미지로 만들거나 원화로 그리기도 했다</a:t>
            </a:r>
            <a:r>
              <a:rPr lang="en-US" altLang="ko-KR" smtClean="0"/>
              <a:t>.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09873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(</a:t>
            </a:r>
            <a:r>
              <a:rPr lang="ko-KR" altLang="en-US" smtClean="0"/>
              <a:t>이벤트</a:t>
            </a:r>
            <a:r>
              <a:rPr lang="en-US" altLang="ko-KR" smtClean="0"/>
              <a:t>) Box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410790"/>
            <a:ext cx="10515600" cy="5447210"/>
          </a:xfrm>
        </p:spPr>
        <p:txBody>
          <a:bodyPr>
            <a:normAutofit fontScale="85000" lnSpcReduction="20000"/>
          </a:bodyPr>
          <a:lstStyle/>
          <a:p>
            <a:r>
              <a:rPr lang="ko-KR" altLang="en-US" smtClean="0"/>
              <a:t>피격 박스</a:t>
            </a:r>
            <a:r>
              <a:rPr lang="en-US" altLang="ko-KR"/>
              <a:t> </a:t>
            </a:r>
            <a:r>
              <a:rPr lang="en-US" altLang="ko-KR" smtClean="0"/>
              <a:t>/ </a:t>
            </a:r>
            <a:r>
              <a:rPr lang="ko-KR" altLang="en-US" smtClean="0"/>
              <a:t>타격 박스</a:t>
            </a:r>
            <a:endParaRPr lang="en-US" altLang="ko-KR"/>
          </a:p>
          <a:p>
            <a:r>
              <a:rPr lang="en-US" altLang="ko-KR" smtClean="0"/>
              <a:t>Damage Event</a:t>
            </a:r>
          </a:p>
          <a:p>
            <a:endParaRPr lang="en-US" altLang="ko-KR"/>
          </a:p>
          <a:p>
            <a:r>
              <a:rPr lang="ko-KR" altLang="en-US" smtClean="0"/>
              <a:t>파티클을 이용한 이펙트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: </a:t>
            </a:r>
            <a:r>
              <a:rPr lang="ko-KR" altLang="en-US" smtClean="0"/>
              <a:t>점 조각들을 연산 등을 이용해 이펙트를 만드는 것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파티클이 아닌 </a:t>
            </a:r>
            <a:r>
              <a:rPr lang="en-US" altLang="ko-KR" smtClean="0"/>
              <a:t>2d </a:t>
            </a:r>
            <a:r>
              <a:rPr lang="ko-KR" altLang="en-US" smtClean="0"/>
              <a:t>이미지를 사용한 이펙트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en-US" altLang="ko-KR" smtClean="0"/>
              <a:t>: </a:t>
            </a:r>
            <a:r>
              <a:rPr lang="ko-KR" altLang="en-US" smtClean="0"/>
              <a:t>이미지 자체를 회전시키거나 움직여 이펙트를 만드는 것</a:t>
            </a:r>
            <a:r>
              <a:rPr lang="en-US" altLang="ko-KR" smtClean="0"/>
              <a:t/>
            </a:r>
            <a:br>
              <a:rPr lang="en-US" altLang="ko-KR" smtClean="0"/>
            </a:br>
            <a:r>
              <a:rPr lang="ko-KR" altLang="en-US" smtClean="0"/>
              <a:t>매우 작거나 비중이 작은 것들은 이런 방식으로 나타낼 수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이제는 기기들 사양이 높아져서 </a:t>
            </a:r>
            <a:r>
              <a:rPr lang="en-US" altLang="ko-KR" smtClean="0"/>
              <a:t>2d</a:t>
            </a:r>
            <a:r>
              <a:rPr lang="ko-KR" altLang="en-US" smtClean="0"/>
              <a:t>이미지로 굳이 만들지 않아도 됨</a:t>
            </a:r>
            <a:r>
              <a:rPr lang="en-US" altLang="ko-KR" smtClean="0"/>
              <a:t>.</a:t>
            </a:r>
            <a:br>
              <a:rPr lang="en-US" altLang="ko-KR" smtClean="0"/>
            </a:br>
            <a:r>
              <a:rPr lang="en-US" altLang="ko-KR" smtClean="0"/>
              <a:t>3D </a:t>
            </a:r>
            <a:r>
              <a:rPr lang="ko-KR" altLang="en-US" smtClean="0"/>
              <a:t>모델링을</a:t>
            </a:r>
            <a:r>
              <a:rPr lang="en-US" altLang="ko-KR"/>
              <a:t> </a:t>
            </a:r>
            <a:r>
              <a:rPr lang="ko-KR" altLang="en-US" smtClean="0"/>
              <a:t>통해서 이펙트를 대체하기도 함</a:t>
            </a:r>
            <a:r>
              <a:rPr lang="en-US" altLang="ko-KR" smtClean="0"/>
              <a:t>(Low Polygon</a:t>
            </a:r>
            <a:r>
              <a:rPr lang="ko-KR" altLang="en-US" smtClean="0"/>
              <a:t>으로 </a:t>
            </a:r>
            <a:r>
              <a:rPr lang="en-US" altLang="ko-KR" smtClean="0"/>
              <a:t>: </a:t>
            </a:r>
            <a:r>
              <a:rPr lang="ko-KR" altLang="en-US" smtClean="0"/>
              <a:t>예</a:t>
            </a:r>
            <a:r>
              <a:rPr lang="en-US" altLang="ko-KR" smtClean="0"/>
              <a:t>) </a:t>
            </a:r>
            <a:r>
              <a:rPr lang="ko-KR" altLang="en-US"/>
              <a:t>벌</a:t>
            </a:r>
            <a:r>
              <a:rPr lang="en-US" altLang="ko-KR" smtClean="0"/>
              <a:t>, </a:t>
            </a:r>
            <a:r>
              <a:rPr lang="ko-KR" altLang="en-US" smtClean="0"/>
              <a:t>탄환</a:t>
            </a:r>
            <a:r>
              <a:rPr lang="en-US" altLang="ko-KR" smtClean="0"/>
              <a:t>)</a:t>
            </a:r>
          </a:p>
          <a:p>
            <a:endParaRPr lang="en-US" altLang="ko-KR"/>
          </a:p>
          <a:p>
            <a:r>
              <a:rPr lang="en-US" altLang="ko-KR" smtClean="0"/>
              <a:t>Mesh </a:t>
            </a:r>
            <a:r>
              <a:rPr lang="ko-KR" altLang="en-US" smtClean="0"/>
              <a:t>형태로 이펙트를 만들기도 한다</a:t>
            </a:r>
            <a:r>
              <a:rPr lang="en-US" altLang="ko-KR" smtClean="0"/>
              <a:t>. Mesh</a:t>
            </a:r>
            <a:r>
              <a:rPr lang="ko-KR" altLang="en-US" smtClean="0"/>
              <a:t>에 </a:t>
            </a:r>
            <a:r>
              <a:rPr lang="en-US" altLang="ko-KR" smtClean="0"/>
              <a:t>2d </a:t>
            </a:r>
            <a:r>
              <a:rPr lang="ko-KR" altLang="en-US" smtClean="0"/>
              <a:t>이미지를 매핑해서</a:t>
            </a:r>
            <a:r>
              <a:rPr lang="en-US" altLang="ko-KR" smtClean="0"/>
              <a:t>. </a:t>
            </a:r>
            <a:r>
              <a:rPr lang="ko-KR" altLang="en-US" smtClean="0"/>
              <a:t>텍스쳐 애니를 만들기도 한다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83215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게임 엔진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요즘에는 게임 엔진에서 도구</a:t>
            </a:r>
            <a:r>
              <a:rPr lang="en-US" altLang="ko-KR" smtClean="0"/>
              <a:t>(Tool)</a:t>
            </a:r>
            <a:r>
              <a:rPr lang="ko-KR" altLang="en-US" smtClean="0"/>
              <a:t>을 통해 </a:t>
            </a:r>
            <a:r>
              <a:rPr lang="en-US" altLang="ko-KR" smtClean="0"/>
              <a:t>Unity</a:t>
            </a:r>
            <a:r>
              <a:rPr lang="ko-KR" altLang="en-US" smtClean="0"/>
              <a:t>나 </a:t>
            </a:r>
            <a:r>
              <a:rPr lang="en-US" altLang="ko-KR" smtClean="0"/>
              <a:t>Unreal</a:t>
            </a:r>
            <a:r>
              <a:rPr lang="ko-KR" altLang="en-US" smtClean="0"/>
              <a:t>을 사용해서 이펙트를 만들기 때문에</a:t>
            </a:r>
            <a:r>
              <a:rPr lang="en-US" altLang="ko-KR" smtClean="0"/>
              <a:t>, </a:t>
            </a:r>
            <a:r>
              <a:rPr lang="ko-KR" altLang="en-US" smtClean="0"/>
              <a:t>이펙트 디자이너는 유니티나 언리얼을 다룰 수 있어야 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미리 렌더링한 걸 그냥 틀어주는 방식도 있다</a:t>
            </a:r>
            <a:r>
              <a:rPr lang="en-US" altLang="ko-KR" smtClean="0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6753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2020" y="480601"/>
            <a:ext cx="8487960" cy="5896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3401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mtClean="0"/>
              <a:t>[</a:t>
            </a:r>
            <a:r>
              <a:rPr lang="ko-KR" altLang="en-US" smtClean="0"/>
              <a:t>과제</a:t>
            </a:r>
            <a:r>
              <a:rPr lang="en-US" altLang="ko-KR" smtClean="0"/>
              <a:t>] 2</a:t>
            </a:r>
            <a:r>
              <a:rPr lang="ko-KR" altLang="en-US" smtClean="0"/>
              <a:t>가지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통합 기획서의 대표 </a:t>
            </a:r>
            <a:r>
              <a:rPr lang="ko-KR" altLang="en-US"/>
              <a:t>이미지 </a:t>
            </a:r>
            <a:r>
              <a:rPr lang="ko-KR" altLang="en-US" smtClean="0"/>
              <a:t>퀄리티업</a:t>
            </a:r>
            <a:endParaRPr lang="en-US" altLang="ko-KR" smtClean="0"/>
          </a:p>
          <a:p>
            <a:r>
              <a:rPr lang="ko-KR" altLang="en-US" smtClean="0"/>
              <a:t>새로운 캐릭터 만들기</a:t>
            </a:r>
            <a:r>
              <a:rPr lang="en-US" altLang="ko-KR"/>
              <a:t/>
            </a:r>
            <a:br>
              <a:rPr lang="en-US" altLang="ko-KR"/>
            </a:br>
            <a:r>
              <a:rPr lang="en-US" altLang="ko-KR" smtClean="0"/>
              <a:t>+ </a:t>
            </a:r>
            <a:r>
              <a:rPr lang="ko-KR" altLang="en-US" smtClean="0"/>
              <a:t>배경 그리기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191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114</Words>
  <Application>Microsoft Office PowerPoint</Application>
  <PresentationFormat>와이드스크린</PresentationFormat>
  <Paragraphs>30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이펙트 (디자이너)</vt:lpstr>
      <vt:lpstr>(이벤트) Box</vt:lpstr>
      <vt:lpstr>게임 엔진</vt:lpstr>
      <vt:lpstr>PowerPoint 프레젠테이션</vt:lpstr>
      <vt:lpstr>[과제] 2가지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FullName</dc:creator>
  <cp:lastModifiedBy>FullName</cp:lastModifiedBy>
  <cp:revision>5</cp:revision>
  <dcterms:created xsi:type="dcterms:W3CDTF">2026-02-27T04:51:49Z</dcterms:created>
  <dcterms:modified xsi:type="dcterms:W3CDTF">2026-02-27T05:49:03Z</dcterms:modified>
</cp:coreProperties>
</file>